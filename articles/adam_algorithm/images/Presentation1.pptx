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14:58:09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3091 24575,'1'-8'0,"-1"-1"0,2 0 0,-1 1 0,1-1 0,0 1 0,1-1 0,7-15 0,35-54 0,-18 33 0,78-146 0,-95 166 0,-1 0 0,-1 0 0,-2-1 0,4-27 0,7-23 0,0 19 0,-11 41 0,0 0 0,-2 0 0,0-1 0,3-27 0,-9-169 0,4-38 0,-1 240 0,1 0 0,1 1 0,0-1 0,0 1 0,1-1 0,1 1 0,0 1 0,0-1 0,1 1 0,12-16 0,-16 21 0,3-5 0,-1-1 0,0 0 0,0 0 0,-1 0 0,0 0 0,-1-1 0,0 1 0,-1-1 0,0 1 0,-1-19 0,0 11 0,1 0 0,6-27 0,-3 25 0,2 1 0,0-1 0,16-31 0,-20 46 0,1 1 0,-1 0 0,0 0 0,1 0 0,0 0 0,0 0 0,0 0 0,0 1 0,1 0 0,0-1 0,-1 1 0,1 1 0,0-1 0,0 0 0,0 1 0,1 0 0,-1 0 0,1 0 0,-1 1 0,1-1 0,6 0 0,-6 2 0,0 0 0,-1 1 0,1 0 0,-1 0 0,1 0 0,-1 0 0,0 1 0,1-1 0,-1 1 0,0 0 0,0 1 0,0-1 0,0 1 0,0-1 0,-1 1 0,1 0 0,-1 1 0,0-1 0,0 0 0,5 8 0,2 4 0,-1-1 0,0 1 0,-2 0 0,9 21 0,-6-9 0,-6-14 0,0-1 0,2 0 0,9 18 0,-1-7 0,-9-14 0,0 0 0,1-1 0,-1 0 0,14 13 0,-9-10 0,-1 1 0,0 0 0,-1 0 0,0 1 0,8 17 0,-1-2 0,4 6 0,10 19 0,58 77 0,46 58 0,-129-180 0,0 1 0,0 0 0,-1 0 0,0 0 0,-1 1 0,0-1 0,-1 1 0,0-1 0,0 1 0,-1 18 0,-1-18 0,1-1 0,0 1 0,1-1 0,0 0 0,0 1 0,1-1 0,0 0 0,1 0 0,0 0 0,7 14 0,-5-12 0,0 0 0,0 0 0,-1 0 0,-1 1 0,0 0 0,0 0 0,-1-1 0,-1 1 0,0 1 0,-1-1 0,-1 18 0,0-10 0,1-1 0,2 0 0,4 27 0,-2-33 0,1 1 0,0-1 0,1-1 0,9 16 0,2 4 0,1 4 0,20 65 0,-36-93 0,1-1 0,0 0 0,0 0 0,0 0 0,1-1 0,7 11 0,-10-16 0,0 0 0,0 0 0,0 0 0,0 0 0,0 0 0,0 0 0,0 0 0,0-1 0,0 1 0,0 0 0,0-1 0,0 1 0,0-1 0,0 1 0,1-1 0,-1 1 0,0-1 0,0 0 0,1 0 0,-1 0 0,0 0 0,1 0 0,-1 0 0,0 0 0,0 0 0,1 0 0,-1 0 0,0-1 0,0 1 0,1-1 0,-1 1 0,0-1 0,0 1 0,0-1 0,0 0 0,0 1 0,0-1 0,0 0 0,0 0 0,0 0 0,0 0 0,0 0 0,0 0 0,-1 0 0,1 0 0,0 0 0,0-2 0,6-7 0,-1 0 0,-1-1 0,0 0 0,0 0 0,-1 0 0,-1 0 0,4-19 0,-4 17 0,0-1 0,2 1 0,-1 0 0,1 1 0,8-15 0,-8 18 0,-1 0 0,0 0 0,0 0 0,-1-1 0,-1 1 0,1-1 0,-1 0 0,0-14 0,7-29 0,-5 42 0,0 1 0,0-1 0,1 1 0,1-1 0,0 2 0,0-1 0,11-12 0,19-31 0,-1-3 0,-28 45 0,1 1 0,-1-1 0,-1 0 0,0-1 0,-1 0 0,0 0 0,0 0 0,-1 0 0,-1-1 0,0 1 0,1-18 0,-3-3 0,-4-49 0,1 69 0,0 0 0,0 0 0,-2 0 0,0 0 0,0 1 0,-11-21 0,-7-8 0,-3 2 0,-1 1 0,-1 0 0,-2 3 0,-67-64 0,84 89 0,1-1 0,0-1 0,0 0 0,1-1 0,1 1 0,-13-25 0,20 33 0,0 0 0,0 0 0,0 0 0,1-1 0,0 1 0,0 0 0,0-1 0,0 1 0,1 0 0,0-1 0,0 1 0,0-1 0,0 1 0,1-1 0,0 1 0,0 0 0,0-1 0,0 1 0,0 0 0,1 0 0,0 0 0,0 0 0,0 0 0,1 0 0,-1 0 0,1 1 0,0-1 0,4-4 0,5-1 0,0 0 0,0 0 0,1 1 0,0 0 0,22-9 0,24-14 0,3-3 0,-43 25 0,0-2 0,30-20 0,48-35 0,-87 61 0,0 0 0,1 1 0,-1 1 0,1 0 0,0 0 0,0 1 0,12-1 0,-7 1 0,0-1 0,24-8 0,28-9 0,-53 17 0,-1-1 0,1 0 0,-1-1 0,0-1 0,0 0 0,-1-1 0,0 0 0,13-11 0,10-10 0,44-46 0,-75 67 0,-1 0 0,1 0 0,-1-1 0,0 1 0,-1-1 0,0 0 0,0 0 0,-1 0 0,0 0 0,0 0 0,-1-1 0,1-14 0,10-43 0,90-265 0,-86 288 0,-10 28 0,-1 0 0,0-1 0,5-29 0,-9 39 0,0 0 0,0 0 0,1 0 0,0 0 0,0 0 0,0 0 0,0 0 0,1 1 0,0 0 0,6-8 0,-2 4 0,1 0 0,0 1 0,1 0 0,17-11 0,-15 11 0,0 0 0,1 2 0,0-1 0,0 2 0,0-1 0,1 2 0,19-6 0,-9 6 0,-1 1 0,0 1 0,40 2 0,-32 0 0,-10 0 0,1 1 0,26 4 0,-40-3 0,0-1 0,0 1 0,0 1 0,-1-1 0,1 1 0,-1 0 0,0 1 0,0 0 0,0 0 0,8 7 0,-4-3 0,18 17 0,40 45 0,-51-53 0,1 0 0,0-1 0,1-1 0,1-1 0,34 19 0,-2 0 0,-45-28 0,-1 1 0,1 1 0,-1-1 0,0 1 0,0 0 0,7 13 0,-7-12 0,-1 1 0,1-2 0,1 1 0,-1-1 0,15 12 0,-2-6 0,40 33 0,-54-42 0,0 1 0,-1-1 0,0 1 0,0 0 0,0 1 0,0-1 0,-1 1 0,0-1 0,3 7 0,-6-9 0,1-1 0,-1 0 0,0 0 0,0 0 0,0 0 0,0 1 0,0-1 0,0 0 0,-1 0 0,1 0 0,-1 0 0,1 1 0,-1-1 0,0 0 0,0 0 0,0 0 0,0 0 0,0-1 0,0 1 0,-1 0 0,1 0 0,0-1 0,-1 1 0,0-1 0,-3 3 0,-6 6 0,-1-1 0,-25 13 0,11-6 0,-32 25 0,6-6 0,-49 46 0,-23 10 0,5 11 0,116-99 0,0 1 0,0 0 0,0 0 0,1 0 0,0 0 0,0 0 0,0 0 0,0 0 0,1 1 0,0-1 0,-1 1 0,2 0 0,-1-1 0,0 1 0,1-1 0,0 1 0,0 0 0,0-1 0,1 1 0,0 0 0,0-1 0,0 1 0,0-1 0,1 1 0,-1-1 0,5 8 0,-1-2 0,0 0 0,1 0 0,0-1 0,0 0 0,1 0 0,1 0 0,-1-1 0,1 0 0,0-1 0,13 9 0,-6-8 0,1 0 0,0-1 0,0-1 0,1-1 0,0 0 0,0-1 0,33 3 0,-22-3 0,51 14 0,-31-2 0,-17-4 0,2-2 0,35 7 0,-63-17 0,0 1 0,0 0 0,0 1 0,0-1 0,0 1 0,0 0 0,0 0 0,-1 1 0,1 0 0,-1-1 0,1 1 0,-1 1 0,0-1 0,0 0 0,-1 1 0,1 0 0,5 8 0,-6-7 0,-1 0 0,0 0 0,0 0 0,0 0 0,-1 1 0,1-1 0,-1 1 0,0-1 0,-1 1 0,0 0 0,0-1 0,0 1 0,0-1 0,-1 1 0,0-1 0,-2 9 0,-4 7 0,-2 0 0,0-1 0,-1 1 0,-1-2 0,-1 0 0,-24 31 0,-7 12 0,14-14 0,17-26 0,-1 0 0,-2-1 0,0-1 0,0 0 0,-21 18 0,-8 6 0,-13 10 0,44-42 0,0 0 0,1 1 0,1 0 0,0 0 0,1 2 0,0-1 0,1 1 0,1 1 0,0-1 0,1 1 0,1 1 0,0-1 0,1 1 0,-4 29 0,-2 5 0,5-28 0,2 0 0,-4 46 0,9 260 0,-1-323 0,1 0 0,-1 0 0,1 0 0,0 0 0,1 0 0,-1 0 0,1 0 0,1 0 0,-1-1 0,1 1 0,0-1 0,0 1 0,0-1 0,1 0 0,0-1 0,7 8 0,-1-3 0,1 0 0,0-1 0,0 0 0,1-1 0,0 0 0,19 8 0,27 13 0,-44-20 0,1 0 0,0-2 0,0 1 0,0-2 0,1 0 0,-1-1 0,1 0 0,20 1 0,75 8 0,-70-6 0,42 0 0,-52-9 0,0-1 0,-1-1 0,0-2 0,1-1 0,-2-1 0,41-17 0,-28 10 0,81-18 0,-95 28 0,-3 2 0,0-2 0,0 0 0,0-2 0,34-15 0,-53 20 0,0-1 0,0 0 0,-1-1 0,1 1 0,-1-1 0,0 0 0,0-1 0,-1 1 0,1-1 0,-1 0 0,0 0 0,0 0 0,-1 0 0,1-1 0,-1 0 0,0 0 0,-1 1 0,1-2 0,-1 1 0,-1 0 0,1 0 0,1-12 0,0-36 0,-6-77 0,0 29 0,3 68 0,-1 0 0,-1-1 0,-12-54 0,7 47 0,6 33 0,0 0 0,-1 0 0,0 0 0,0 0 0,-1 1 0,0-1 0,0 1 0,-6-9 0,4 8 0,0 0 0,1 0 0,0-1 0,1 0 0,0 0 0,0 0 0,1 0 0,-2-18 0,2-7 0,3-44 0,1 30 0,-2 41 0,0 0 0,1 0 0,0-1 0,0 1 0,0 0 0,1 0 0,1 1 0,-1-1 0,1 0 0,1 1 0,-1-1 0,1 1 0,1 0 0,-1 0 0,1 1 0,8-9 0,72-92 0,-79 101 0,0 1 0,1 0 0,-1 1 0,1-1 0,0 1 0,0 1 0,1-1 0,-1 1 0,1 1 0,-1-1 0,1 1 0,11-1 0,9-1 0,0 1 0,32 2 0,-55 1 0,0 0 0,1 0 0,-1 1 0,0 0 0,0 0 0,0 0 0,0 1 0,0 0 0,0 0 0,0 0 0,0 0 0,-1 1 0,6 3 0,-4 0 0,0-1 0,0 1 0,0 0 0,-1 0 0,0 1 0,0 0 0,6 13 0,5 9 0,54 89 0,-59-102 0,1-1 0,1 0 0,0-1 0,1 0 0,17 13 0,-10-12 0,0-2 0,0 0 0,1-1 0,1-1 0,41 14 0,124 23 0,-184-47 0,53 12 0,99 18 0,-128-27 0,0-2 0,0 0 0,45-4 0,-71 2 0,1 0 0,-1-1 0,1 1 0,-1-1 0,0 1 0,1-1 0,-1 0 0,0 0 0,0 0 0,1 0 0,-1 0 0,0 0 0,0-1 0,0 1 0,0-1 0,-1 1 0,1-1 0,0 0 0,-1 0 0,1 0 0,1-3 0,0-1 0,0-1 0,-1 0 0,0 1 0,0-1 0,1-13 0,9-29 0,-6 35 0,0-1 0,-1 0 0,-1 0 0,0 0 0,-1-1 0,-1 1 0,1-27 0,-3 29 0,-1 1 0,-1-1 0,0 1 0,0 0 0,-2-1 0,1 1 0,-1 1 0,-1-1 0,0 1 0,-8-14 0,-51-72 0,-97-114 0,138 182 0,9 13 0,9 10 0,-1 0 0,1 0 0,0 0 0,1-1 0,0 0 0,0 0 0,0 0 0,1 0 0,0-1 0,0 1 0,1-1 0,-3-14 0,4 13 0,-1-1 0,0 1 0,0 0 0,-1 0 0,0 0 0,0 0 0,-8-14 0,-2 3 0,-27-35 0,37 51 0,0 0 0,-1-1 0,1 1 0,1-1 0,-1 0 0,-3-8 0,5 10 0,1 1 0,0 0 0,0 0 0,-1 0 0,1-1 0,1 1 0,-1 0 0,0 0 0,0-1 0,1 1 0,0 0 0,-1 0 0,1 0 0,0 0 0,0 0 0,0 0 0,0 0 0,0 0 0,3-3 0,16-18 0,1 0 0,1 2 0,2 0 0,0 2 0,28-19 0,-33 25 0,103-70 0,-88 63 0,-26 17 0,-1-1 0,-1 0 0,1 0 0,0-1 0,-1 0 0,11-11 0,5-11 0,28-45 0,-31 42 0,33-40 0,-17 36 0,2 0 0,1 3 0,45-29 0,-37 27 0,-23 15 0,14-8 0,51-47 0,-71 55 0,-11 10 0,1 1 0,0 0 0,1 0 0,-1 1 0,2 0 0,8-5 0,-15 10 0,0 0 0,0 0 0,0 1 0,1-1 0,-1 0 0,0 1 0,0 0 0,0 0 0,1-1 0,-1 1 0,0 0 0,1 1 0,-1-1 0,0 0 0,0 1 0,0-1 0,0 1 0,1 0 0,-1 0 0,0 0 0,0 0 0,0 0 0,0 0 0,-1 0 0,1 1 0,0-1 0,0 1 0,-1-1 0,1 1 0,-1 0 0,1-1 0,1 4 0,8 10 0,-1 0 0,0 1 0,-1 0 0,-1 1 0,0 0 0,6 20 0,23 110 0,-30-110 0,1-1 0,3 1 0,0-2 0,21 42 0,-14-48 0,1-1 0,2 0 0,0-2 0,48 45 0,-35-37 0,-26-27 0,1 0 0,-1 0 0,1-1 0,0-1 0,1 0 0,-1 0 0,1 0 0,0-1 0,1-1 0,-1 0 0,0 0 0,1-1 0,11 1 0,21 1 0,84-3 0,-78-2 0,46 2 0,108-5 0,-199 3 0,0 1 0,-1-1 0,1 0 0,-1 0 0,1-1 0,-1 1 0,0-1 0,1 0 0,-1 0 0,0 0 0,0 0 0,0 0 0,-1-1 0,1 1 0,0-1 0,-1 0 0,0 1 0,1-1 0,-1-1 0,2-4 0,4-7 0,-1 0 0,-1-1 0,6-21 0,-4 13 0,3-7 0,0 0 0,-2-1 0,-1 0 0,-2-1 0,4-64 0,-11 88 0,1-1 0,1 0 0,-1 0 0,1 0 0,1 0 0,0 0 0,0 1 0,1-1 0,1 1 0,-1-1 0,10-15 0,-8 14 0,-1 0 0,0-1 0,0 1 0,-1-1 0,-1 0 0,0 0 0,-1 0 0,0 0 0,-1-1 0,-1-18 0,0 17 0,0 1 0,2-1 0,-1 1 0,2-1 0,0 1 0,0 0 0,2 0 0,6-20 0,11-17 0,-14 31 0,1 0 0,11-18 0,-14 30 0,-1 1 0,1-1 0,0 1 0,0 0 0,1 1 0,0-1 0,0 1 0,13-8 0,5-2 0,1 1 0,29-13 0,-41 23 0,0-1 0,1 2 0,-1-1 0,0 2 0,1 0 0,22 0 0,-11 1 0,3 0 0,50 6 0,-71-4 0,1 0 0,0 1 0,-1 0 0,1 0 0,-1 1 0,1 0 0,-1 0 0,0 1 0,0 0 0,-1 0 0,7 5 0,62 50 0,99 58 0,18 13 0,-91-56 0,4-4 0,193 94 0,-229-136 0,-50-21 0,0 0 0,-1 1 0,0 1 0,0 1 0,22 16 0,-26-15 0,-5-4 0,-1 0 0,0 0 0,10 12 0,-15-15 0,-1 0 0,1 0 0,-1 0 0,0 0 0,0 0 0,-1 0 0,1 1 0,-1-1 0,0 1 0,0-1 0,0 7 0,1 31 0,-2-32 0,0-1 0,0 1 0,1 0 0,0-1 0,1 1 0,0-1 0,0 0 0,1 0 0,1 1 0,7 13 0,-4-12 0,0-2 0,1 1 0,0-1 0,1 0 0,0 0 0,0-1 0,12 7 0,79 45 0,-51-32 0,-1-5 0,-40-20 0,0 0 0,0 0 0,0 1 0,0 0 0,0 1 0,-1 0 0,0 0 0,0 1 0,0-1 0,8 12 0,-14-17 0,0 1 0,-1 0 0,1 0 0,0 0 0,-1 0 0,0 0 0,1 0 0,-1 0 0,1-1 0,-1 1 0,0 0 0,0 0 0,0 1 0,1-1 0,-1 0 0,0 0 0,0 0 0,0 0 0,-1 0 0,1 0 0,0 0 0,0 0 0,0 0 0,-1 0 0,1 0 0,-1 1 0,-1 0 0,1-1 0,0 0 0,-1 0 0,1 1 0,-1-1 0,0 0 0,1 0 0,-1 0 0,0 0 0,0-1 0,1 1 0,-1 0 0,-2 0 0,-8 1 0,0 0 0,0-1 0,-17 0 0,27-1 0,-53 0 0,36-2 0,1 2 0,-1 0 0,1 1 0,-1 1 0,1 1 0,0 0 0,-26 9 0,13 0 0,0 0 0,-1-3 0,0 0 0,-1-2 0,0-2 0,0 0 0,-42-1 0,-98-7 0,-284 4 0,383 3 0,1 2 0,0 4 0,-112 29 0,152-32 0,0-1 0,0-1 0,-1-2 0,-59-2 0,-4 0 0,68 2 0,1 2 0,-46 12 0,-20 3 0,67-16 0,13-3 0,-1 1 0,1 1 0,0 0 0,-20 8 0,30-10 0,1 0 0,0 1 0,0-1 0,0 1 0,0 0 0,1 0 0,-1 0 0,0 1 0,1-1 0,0 1 0,-1-1 0,1 1 0,0 0 0,0 0 0,0-1 0,1 2 0,-1-1 0,1 0 0,0 0 0,0 0 0,0 1 0,0-1 0,-1 7 0,0 38 0,2 1 0,9 72 0,-7-108 0,1 0 0,0-1 0,1 0 0,10 24 0,-8-24 0,-1 0 0,-1 0 0,0 1 0,4 23 0,-6-14 0,2 1 0,0 0 0,2-1 0,13 35 0,-14-42 0,-1 0 0,0 0 0,-1 0 0,-1 0 0,1 26 0,0-10 0,-2-25 0,1 0 0,0 0 0,0-1 0,0 1 0,1-1 0,0 1 0,0-1 0,0 0 0,0 0 0,1 0 0,0 0 0,0-1 0,1 0 0,6 6 0,-4-4 0,0 0 0,1 0 0,0-1 0,0 0 0,0 0 0,1-1 0,0 0 0,14 4 0,13 0 0,-7-1 0,0 0 0,1-3 0,32 2 0,-41-6 0,161-2 0,-159-1 0,-1-2 0,0 0 0,0-2 0,0 0 0,25-13 0,-7 3 0,81-30 0,12 0 0,-130 46 0,1 0 0,-1-1 0,0 0 0,1 1 0,-1-1 0,0 0 0,0 0 0,0-1 0,0 1 0,-1-1 0,1 1 0,-1-1 0,1 0 0,-1 0 0,0 0 0,0 0 0,0-1 0,0 1 0,-1 0 0,0-1 0,1 1 0,-1-1 0,0 0 0,0-6 0,1-8 0,-1 0 0,0 0 0,-2-1 0,-2-17 0,0-5 0,2 18 0,-1 9 0,2 0 0,0 0 0,0 1 0,1-1 0,4-17 0,-5 29 0,1 0 0,0 0 0,-1-1 0,1 1 0,0 0 0,0 0 0,0 0 0,1 0 0,-1 0 0,0 0 0,1 0 0,-1 1 0,1-1 0,0 0 0,-1 1 0,1-1 0,0 1 0,0 0 0,0-1 0,0 1 0,0 0 0,0 0 0,0 1 0,1-1 0,-1 0 0,0 1 0,0-1 0,1 1 0,-1 0 0,0-1 0,1 1 0,-1 0 0,0 1 0,1-1 0,-1 0 0,0 1 0,4 0 0,40 9 0,-23-4 0,0-1 0,30 1 0,-49-6 0,1 0 0,-1 0 0,1 1 0,-1-1 0,1 1 0,-1 0 0,1 1 0,-1-1 0,0 1 0,1-1 0,-1 1 0,0 0 0,0 1 0,-1-1 0,1 1 0,0 0 0,-1 0 0,1 0 0,-1 0 0,0 0 0,0 1 0,-1 0 0,1-1 0,-1 1 0,1 0 0,-1 0 0,0 0 0,-1 1 0,1-1 0,1 9 0,0-7 0,0 1 0,0-1 0,0 1 0,9 10 0,-8-11 0,-1-1 0,1 1 0,-1 0 0,0 0 0,-1 0 0,4 9 0,-1 19 0,-1 1 0,-1-1 0,-2 1 0,-3 36 0,0-33 0,1 1 0,3-1 0,6 41 0,-4-58 0,2 0 0,0 0 0,1 0 0,1-1 0,1 0 0,19 32 0,-20-36 0,-1-1 0,-1 1 0,0 0 0,-2 1 0,1-1 0,-2 1 0,2 18 0,11 45 0,4 10 0,-15-62 0,0-1 0,2 0 0,16 39 0,-7-16 0,-15-44 0,0 0 0,1 0 0,-1 0 0,1 0 0,1 0 0,-1 0 0,1-1 0,0 1 0,1-1 0,-1 1 0,8 8 0,21 24 0,-30-33 0,0-1 0,1 0 0,0 0 0,0 0 0,0 0 0,1-1 0,-1 1 0,1-1 0,0 0 0,-1 0 0,2 0 0,-1-1 0,0 1 0,0-1 0,1 0 0,-1 0 0,10 2 0,-1-2 0,0 0 0,1 0 0,-1-1 0,1-1 0,-1-1 0,0 0 0,1 0 0,-1-1 0,0-1 0,0 0 0,0-1 0,-1 0 0,1-1 0,-1-1 0,0 0 0,0 0 0,-1-1 0,0-1 0,11-9 0,-4 3 0,1 1 0,25-14 0,13-7 0,5-7 0,46-34 0,-89 61 0,0 0 0,1 2 0,1 0 0,0 1 0,40-14 0,118-26 0,-101 31 0,-1 2 0,-47 13 0,0-2 0,-1-2 0,0 0 0,32-16 0,46-44 0,-28 17 0,-46 33 0,-14 9 0,-1-1 0,-1-1 0,19-16 0,-31 24 0,0-1 0,0 0 0,-1 0 0,1-1 0,-1 1 0,-1-1 0,1 0 0,-1 0 0,0 0 0,-1 0 0,1-1 0,-1 1 0,2-14 0,1-22 0,-3 0 0,-4-61 0,-1 20 0,3 73 0,-1 0 0,0 0 0,-1 0 0,0 0 0,0 0 0,-1 0 0,-1 1 0,1-1 0,-8-12 0,-4-3 0,-36-45 0,44 61 0,-11-17 0,11 17 0,0-1 0,0 1 0,-1 1 0,-14-14 0,7 9 0,1-1 0,-23-30 0,-16-17 0,-7 7 0,-2 3 0,-3 2 0,-92-52 0,151 98 0,0-1 0,-1 2 0,1-1 0,0 1 0,-1 0 0,1 0 0,-1 1 0,0-1 0,1 2 0,-1-1 0,0 1 0,0 0 0,1 0 0,-1 1 0,0 0 0,0 0 0,1 0 0,-8 3 0,-7 5 0,1 0 0,-1 1 0,2 1 0,-21 14 0,-10 7 0,-111 58 0,146-82 0,-1 0 0,0-1 0,-1-1 0,0 0 0,0-1 0,-23 3 0,38-7 0,0-1 0,0 0 0,1-1 0,-1 1 0,0 0 0,0 0 0,1-1 0,-1 1 0,0-1 0,1 1 0,-1-1 0,1 0 0,-1 0 0,1 0 0,-1 0 0,1 0 0,0 0 0,-1 0 0,1 0 0,0 0 0,-2-3 0,0 0 0,1 0 0,0 1 0,0-1 0,1 0 0,-1 0 0,1 0 0,0 0 0,0 0 0,0-5 0,0 0 0,0-1 0,1 1 0,0-1 0,0 1 0,1-1 0,1 1 0,4-18 0,3 7 0,2 0 0,0 1 0,1 0 0,0 1 0,17-17 0,3-7 0,70-83 0,12-16 0,-73 79 0,-20 29 0,2 1 0,28-31 0,-40 50 0,-1-1 0,0 0 0,-1-1 0,12-26 0,-2 5 0,-14 23 0,0 0 0,0-1 0,-1 1 0,-1-1 0,-1 1 0,1-1 0,-1-16 0,10-48 0,-2 42 0,-1 6 0,-2-1 0,7-58 0,-13 82 0,-1-1 0,1 0 0,-2 0 0,1 1 0,-1-1 0,-1 0 0,1 1 0,-1-1 0,0 1 0,-1-1 0,0 1 0,0 0 0,0 0 0,-1 0 0,0 1 0,-10-13 0,9 15 0,1 0 0,-1 1 0,0-1 0,-1 1 0,1 0 0,0 0 0,-1 1 0,0-1 0,1 1 0,-1 0 0,0 1 0,0 0 0,0 0 0,-10-1 0,-11 1 0,-55 4 0,38 0 0,-62-3 0,-55 3 0,148-1 0,0 1 0,0 0 0,1 1 0,-1 1 0,1 0 0,-23 13 0,22-11 0,0-1 0,0 0 0,-1 0 0,0-1 0,-25 4 0,-39-5 0,63-4 0,1 0 0,0 0 0,0 1 0,-1 1 0,1 1 0,0 0 0,-21 8 0,-138 51 0,133-46 0,25-11 0,-1 2 0,1 0 0,-21 13 0,6 0 0,0-1 0,-2-2 0,-50 20 0,29-24 0,43-11 0,1 0 0,0 0 0,0 1 0,0 0 0,1 0 0,-1 1 0,-12 7 0,-94 48 0,74-32 0,1 1 0,-45 41 0,36-32 0,38-31 0,1 2 0,-1-1 0,-16 18 0,10-9 0,0-2 0,-1 0 0,0 0 0,-1-2 0,-1 0 0,-30 13 0,36-18 0,-44 30 0,46-28 0,0-1 0,-1 0 0,-20 9 0,25-13 0,1-1 0,-1 1 0,1 1 0,0-1 0,0 1 0,0 0 0,1 1 0,0 0 0,0 0 0,0 0 0,1 1 0,0-1 0,0 1 0,0 1 0,1-1 0,0 1 0,1-1 0,0 1 0,0 0 0,-3 14 0,1 10 0,1-1 0,1 1 0,2 0 0,2 37 0,0-20 0,-1-43 0,0 0 0,1 1 0,-1-1 0,1 0 0,1 1 0,-1-1 0,1 0 0,0 0 0,0 0 0,4 7 0,-4-10 0,0-1 0,0 1 0,1 0 0,-1-1 0,1 1 0,-1-1 0,1 0 0,0 0 0,0 0 0,0 0 0,0-1 0,0 1 0,0-1 0,0 0 0,1 0 0,-1 0 0,0 0 0,1 0 0,-1-1 0,5 1 0,12 2 0,-1 1 0,1 1 0,22 9 0,-25-8 0,0-1 0,0 0 0,1-1 0,32 3 0,138-9 0,52 3 0,-236 0 0,0-1 0,0 1 0,-1 0 0,1 0 0,-1 1 0,1-1 0,-1 1 0,1-1 0,-1 1 0,0 0 0,0 1 0,0-1 0,0 0 0,0 1 0,-1 0 0,1-1 0,-1 1 0,0 0 0,1 1 0,-1-1 0,-1 0 0,1 0 0,0 1 0,-1-1 0,0 1 0,0-1 0,1 6 0,3 12 0,-1-1 0,-1 1 0,0 37 0,-3-43 0,-1 280 0,0-278 0,-2 0 0,-1 0 0,0 0 0,-1 0 0,-7 17 0,-42 79 0,11-25 0,36-73 0,1 0 0,0 0 0,1 1 0,1 0 0,1 0 0,0 0 0,0 0 0,1 22 0,2 1 0,3 113 0,-3-147 0,1 0 0,0 0 0,0 0 0,0 0 0,0-1 0,1 1 0,-1 0 0,1-1 0,1 1 0,-1-1 0,1 0 0,-1 0 0,1 0 0,0 0 0,1 0 0,-1 0 0,7 4 0,-5-4 0,1 0 0,0-1 0,0 0 0,1 0 0,-1-1 0,0 0 0,1 0 0,-1 0 0,1-1 0,0 0 0,0 0 0,9-1 0,266-5 0,-257 3 0,0-2 0,0 0 0,0-2 0,0-1 0,-1-1 0,0-1 0,0-1 0,-1-1 0,0-1 0,-1-1 0,-1-1 0,21-18 0,-31 21 0,-1 0 0,0 0 0,-1-1 0,-1 0 0,12-23 0,6-6 0,-20 30 0,0 1 0,-1-1 0,0 0 0,0-1 0,-2 1 0,4-13 0,10-75 0,-15 83 0,13-58 0,-8 46 0,4-55 0,-8 55 0,8-36 0,-6 39 0,-1-1 0,1-28 0,-6-72 0,2-72 0,0 193 0,0 0 0,1 1 0,-1-1 0,1 0 0,0 1 0,1-1 0,-1 1 0,1-1 0,-1 1 0,1 0 0,1 0 0,-1 0 0,0 1 0,1-1 0,0 1 0,0 0 0,0 0 0,0 0 0,0 0 0,1 1 0,-1 0 0,1 0 0,5-2 0,12-4 0,0 1 0,1 0 0,35-4 0,177-23 0,-204 30 0,-1-2 0,0-1 0,44-16 0,-36 11 0,0 1 0,1 3 0,1 1 0,58-3 0,163 9 0,-122 4 0,-109-3 0,-6 1 0,48-6 0,-65 4 0,0 0 0,0-1 0,-1 0 0,1 0 0,0 0 0,-1-1 0,0 0 0,1 0 0,-1-1 0,0 0 0,7-6 0,101-88 0,-107 93 0,0 1 0,1-1 0,0 1 0,0 0 0,0 1 0,0 0 0,12-2 0,25-12 0,-8 2 0,-18 7 0,36-20 0,-50 24 0,0 1 0,0-1 0,0 0 0,0 0 0,-1-1 0,0 0 0,0 1 0,0-1 0,0 0 0,5-11 0,-8 15 0,-1-1 0,1 1 0,0-1 0,-1 0 0,1 1 0,-1-1 0,0 0 0,0 1 0,1-1 0,-1 0 0,0 1 0,0-1 0,-1 0 0,1 1 0,0-1 0,0 0 0,-1 1 0,1-1 0,-1 0 0,0 1 0,1-1 0,-1 1 0,0-1 0,0 1 0,0-1 0,0 1 0,0 0 0,0-1 0,0 1 0,-2-1 0,-5-4 0,1 0 0,-1 1 0,0 0 0,-14-5 0,0-2 0,-6-6 0,2-1 0,-41-39 0,-4-2 0,55 48 0,-1 0 0,-1 2 0,0 0 0,0 1 0,-1 1 0,0 1 0,-1 0 0,0 1 0,-22-3 0,-18 1 0,-105-1 0,48 5 0,110 4 0,1-1 0,-1-1 0,0 1 0,1-1 0,-1 0 0,1-1 0,-1 1 0,1-1 0,0-1 0,0 1 0,1-1 0,-1 0 0,1 0 0,-6-5 0,-4-3 0,-15-6 0,25 16 0,-1-1 0,1 0 0,0 0 0,0 0 0,-6-5 0,5 2 0,-1 2 0,0-1 0,0 1 0,0 0 0,-1 1 0,1 0 0,-1 0 0,0 0 0,0 1 0,0 0 0,0 1 0,-13-1 0,8 0 0,0 0 0,0-1 0,1 0 0,-17-7 0,11 3 0,-1 1 0,-1 0 0,1 1 0,-1 1 0,1 1 0,-23-1 0,-125 5 0,84 2 0,55-3 0,-1-1 0,1-1 0,0-1 0,-30-7 0,-53-12-1365,83 15-5461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6T13:10:50.7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9660 497 24575,'0'1'0,"-1"-1"0,0 0 0,0 0 0,0 1 0,1-1 0,-1 0 0,0 1 0,0-1 0,1 1 0,-1-1 0,0 1 0,0-1 0,1 1 0,-1-1 0,1 1 0,-1 0 0,1-1 0,-1 1 0,1 0 0,-1-1 0,1 1 0,-1 0 0,1 1 0,-10 24 0,5-12 0,-3 4 0,-1 5 0,-2-1 0,0 0 0,-1-1 0,-1 0 0,-23 27 0,29-40 0,1 0 0,1 1 0,0-1 0,0 1 0,0 1 0,-3 10 0,-8 17 0,-6 16 0,18-39 0,-1-1 0,-12 23 0,-28 50 0,31-56 0,-30 48 0,43-76 0,0 0 0,0-1 0,-1 1 0,1 0 0,0-1 0,-1 1 0,1-1 0,-1 0 0,1 1 0,-1-1 0,1 0 0,-1 0 0,0 0 0,0 0 0,0 0 0,1-1 0,-1 1 0,0 0 0,0-1 0,0 1 0,-3-1 0,2 0 0,1-1 0,-1 1 0,1-1 0,0 0 0,0 0 0,-1 1 0,1-2 0,0 1 0,0 0 0,0 0 0,0-1 0,0 1 0,0-1 0,0 0 0,-1-2 0,-8-8 0,2-1 0,0-1 0,0 1 0,-8-21 0,13 27 0,0-1 0,-9-15 0,1-1 0,1-1 0,1 0 0,1 0 0,-10-50 0,11 20 0,-3 1 0,-1 1 0,-27-70 0,33 111 0,-1 1 0,0-1 0,-1 1 0,0 0 0,-17-17 0,-12-17 0,12 12 0,-2 2 0,-1 0 0,-61-51 0,19 18 0,58 55 0,0 0 0,0 1 0,-26-12 0,8 5 0,12 4 0,-30-25 0,17 12 0,16 16 0,0 0 0,0 1 0,-1 0 0,1 1 0,-2 1 0,1 0 0,0 2 0,-19-3 0,30 5 0,1 1 0,-1-1 0,1 1 0,-1 0 0,1 1 0,-1-1 0,1 1 0,-1 0 0,1 0 0,0 0 0,-1 0 0,1 1 0,0 0 0,0 0 0,0 0 0,0 0 0,1 0 0,-6 5 0,0 2 0,0 0 0,1 1 0,0 0 0,-12 22 0,12-19 0,-1 0 0,0 0 0,-14 14 0,17-21 0,1-1 0,-1 1 0,1 1 0,1-1 0,-1 1 0,1-1 0,0 1 0,1 0 0,0 1 0,0-1 0,0 1 0,-2 14 0,-4 14 0,-26 128 0,31-137 0,1 0 0,2 0 0,0 1 0,4 30 0,-2-53 0,1 1 0,-1 0 0,1-1 0,0 1 0,0-1 0,0 1 0,1-1 0,0 0 0,0 0 0,0 0 0,1-1 0,0 1 0,0-1 0,7 6 0,5 4 0,2-1 0,28 17 0,-42-28 0,10 7 0,-9-7 0,1 1 0,-1 0 0,0 0 0,0 1 0,-1-1 0,1 1 0,-1 0 0,1 0 0,-1 1 0,-1-1 0,1 1 0,0 0 0,-1 0 0,4 9 0,15 31 0,-16-34 0,0 0 0,-1 1 0,0-1 0,-1 1 0,0 0 0,-1 0 0,4 25 0,-4 22 0,-8 100 0,-20-30 0,24-121 0,0 0 0,-1-1 0,1 1 0,-2 0 0,1-1 0,-1 1 0,0-1 0,-1 0 0,1 0 0,-1 0 0,-1-1 0,-9 13 0,8-10 0,0 0 0,1 1 0,1-1 0,0 1 0,0 0 0,1 0 0,0 0 0,0 1 0,0 15 0,0-12 0,0 1 0,0-1 0,-1 0 0,-8 17 0,-7 15 0,17-38 0,-1 0 0,0 0 0,0 0 0,-1 0 0,0-1 0,0 0 0,-1 0 0,0 0 0,0 0 0,-1-1 0,1 0 0,-13 10 0,-25 21 0,38-31 0,-1 0 0,1-1 0,-1 0 0,0 0 0,0-1 0,-1 1 0,1-1 0,-1-1 0,0 1 0,0-1 0,0-1 0,-10 3 0,9-3 0,0 0 0,0 0 0,0 0 0,0 1 0,0 0 0,1 1 0,-1-1 0,-8 7 0,7-5 0,0-1 0,0 0 0,-1 0 0,1-1 0,-1 0 0,0-1 0,-11 1 0,8-1 0,1 1 0,0 0 0,-23 9 0,14-2 0,0-1 0,-1 0 0,-1-2 0,0 0 0,1-2 0,-2 0 0,-44 2 0,50-5 0,-1 1 0,1 1 0,-1 0 0,1 1 0,0 1 0,-28 14 0,-6 1 0,19-7 0,1 2 0,0 0 0,1 2 0,1 2 0,-40 33 0,63-47 0,0 0 0,1 1 0,0-1 0,0 1 0,0 1 0,1-1 0,0 1 0,1 0 0,-1 0 0,2 0 0,-7 17 0,5-1 0,0 0 0,1 0 0,0 27 0,4-47 0,0 3 0,-1 0 0,-1 0 0,1 0 0,-1 0 0,0 0 0,-1 0 0,1-1 0,-1 1 0,-7 10 0,9-16 0,0 1 0,0-1 0,0 0 0,0 1 0,-1-1 0,1 0 0,0 0 0,-1 0 0,1 0 0,0 0 0,-1 0 0,0 0 0,1 0 0,-1-1 0,1 1 0,-1-1 0,0 1 0,1-1 0,-1 1 0,0-1 0,0 0 0,1 0 0,-1 0 0,0 0 0,0 0 0,1 0 0,-1-1 0,0 1 0,1-1 0,-1 1 0,0-1 0,1 1 0,-1-1 0,1 0 0,-1 0 0,1 0 0,-1 0 0,1 0 0,-1 0 0,1 0 0,0 0 0,0-1 0,-2-1 0,-17-17 0,-34-46 0,17 20 0,31 38 0,1 0 0,0-1 0,0 0 0,1 0 0,0 0 0,0 0 0,1-1 0,-2-9 0,-14-39 0,8 33 0,1-1 0,2 0 0,1-1 0,0 0 0,-2-38 0,2-139 0,7 192 0,0 0 0,1 1 0,0-1 0,0 1 0,2 0 0,-1-1 0,2 1 0,-1 0 0,1 1 0,1-1 0,0 1 0,10-15 0,11-17 0,33-67 0,-56 104 0,0-1 0,1 1 0,-1 0 0,1 1 0,5-6 0,-5 6 0,0 0 0,-1 0 0,0 0 0,1 0 0,-2-1 0,1 1 0,0-1 0,1-6 0,-2 7 0,-1 0 0,0 0 0,0-1 0,0 1 0,0 0 0,-1-1 0,0 1 0,0-1 0,0 1 0,-1-1 0,1 1 0,-1 0 0,0-1 0,0 1 0,-1 0 0,-2-6 0,1 5 0,0 0 0,0 0 0,-1 0 0,0 0 0,0 0 0,-1 1 0,1 0 0,-1-1 0,0 2 0,-7-6 0,-10-3 0,-1 2 0,0 0 0,-1 1 0,-37-9 0,-25-9 0,-79-18 0,156 43 0,-1-1 0,1 0 0,0-1 0,0 0 0,0-1 0,0 0 0,1 0 0,-1-1 0,1 0 0,1-1 0,-1 1 0,1-1 0,-9-12 0,4 4 0,0-2 0,2 1 0,0-1 0,0 0 0,-12-36 0,18 42 0,1 0 0,0 0 0,1 0 0,0 0 0,1 0 0,0 0 0,1-1 0,0 1 0,0 0 0,2 0 0,-1 0 0,1 0 0,6-18 0,4 0 0,1 0 0,1 1 0,24-38 0,10-15 0,-43 69 0,0 0 0,0 0 0,-1 0 0,0 0 0,-1-1 0,-1 0 0,0 1 0,1-27 0,-3 30 0,-1-1 0,0 0 0,0 1 0,-1 0 0,0-1 0,0 1 0,-1 0 0,-1 0 0,1 0 0,-2 0 0,1 1 0,-9-13 0,0 5 0,0 1 0,-1 1 0,0 0 0,-1 1 0,-1 1 0,0 0 0,-25-13 0,8 7 0,-2 2 0,-68-22 0,59 25 0,-5-2 0,-74-32 0,79 18 0,38 24 0,0 1 0,0-1 0,-1 1 0,1 1 0,-1-1 0,0 1 0,0 0 0,0 0 0,-10-1 0,-25-1 0,-1 2 0,-81 6 0,34 0 0,88-3 0,0 0 0,1 0 0,-1 0 0,0 0 0,0 0 0,0 0 0,0 1 0,1-1 0,-1 1 0,0-1 0,1 1 0,-4 1 0,5-2 0,0 1 0,0-1 0,-1 0 0,1 1 0,0-1 0,0 0 0,0 1 0,0-1 0,-1 1 0,1-1 0,0 0 0,0 1 0,0-1 0,0 1 0,0-1 0,0 0 0,0 1 0,0-1 0,0 0 0,0 1 0,0-1 0,0 1 0,0-1 0,1 0 0,-1 1 0,0-1 0,0 1 0,0-1 0,0 0 0,1 1 0,-1-1 0,0 0 0,1 1 0,4 5 0,1 0 0,0-1 0,0 1 0,10 5 0,3 4 0,3 3 0,-16-14 0,-1 0 0,0 1 0,0-1 0,0 1 0,7 9 0,-11-12 0,0 0 0,0-1 0,-1 1 0,1 0 0,0-1 0,-1 1 0,1 0 0,-1 0 0,0 0 0,1-1 0,-1 1 0,0 0 0,0 0 0,0 0 0,-1 0 0,1-1 0,0 1 0,-1 0 0,1 0 0,-1 0 0,1-1 0,-1 1 0,0 0 0,0-1 0,-2 4 0,-20 24 0,19-24 0,0-1 0,0 1 0,1 0 0,-1 0 0,1 0 0,0 0 0,1 0 0,-4 9 0,5-11 0,-7 24 0,0 1 0,2 0 0,0 0 0,-1 43 0,7-61 0,0-1 0,0 0 0,1 1 0,0-1 0,1 0 0,0 0 0,0 0 0,1 0 0,0 0 0,0 0 0,1-1 0,1 0 0,-1 0 0,1 0 0,1 0 0,10 11 0,27 21 0,-34-33 0,-1 1 0,1 0 0,-1 0 0,-1 0 0,1 1 0,6 11 0,-13-19 0,-1 0 0,0 0 0,1 0 0,-1 0 0,0 0 0,1 0 0,-1-1 0,0 1 0,0 0 0,0 0 0,0 0 0,0 0 0,0 0 0,0 0 0,0 0 0,0 0 0,0 0 0,0 0 0,-1 0 0,1 0 0,0 0 0,-1 0 0,1 0 0,-1 0 0,1 0 0,-1-1 0,0 1 0,1 0 0,-1 0 0,0-1 0,1 1 0,-1 0 0,0-1 0,0 1 0,1-1 0,-1 1 0,0-1 0,0 1 0,0-1 0,0 1 0,0-1 0,0 0 0,-1 1 0,-8 2 0,1-1 0,-1 1 0,-15 1 0,10-2 0,-190 53 0,-19 3 0,198-54 0,1-2 0,-44-1 0,-6 0 0,71-1 0,1 0 0,0 1 0,-1-1 0,1 1 0,0-1 0,-1 1 0,1 0 0,0 0 0,0 1 0,0-1 0,0 1 0,0-1 0,0 1 0,1 0 0,-1 0 0,0 0 0,1 0 0,0 1 0,-1-1 0,1 1 0,0-1 0,0 1 0,0 0 0,-2 4 0,1 2 0,1 0 0,0 0 0,0 0 0,0 0 0,1 0 0,1 1 0,0 15 0,3 33 0,-2-23 0,-2 39 0,1-72 0,0 1 0,0-1 0,-1 1 0,1-1 0,-1 1 0,0-1 0,1 0 0,-1 1 0,0-1 0,0 0 0,-1 0 0,1 1 0,0-1 0,-1 0 0,0-1 0,1 1 0,-1 0 0,0 0 0,0-1 0,0 1 0,0-1 0,0 1 0,0-1 0,0 0 0,0 0 0,-1 0 0,1 0 0,-1 0 0,-2 0 0,-8 1 0,0 0 0,0-1 0,0-1 0,-24-2 0,27 1 0,1 0 0,-1 1 0,0 0 0,0 0 0,-18 5 0,25-4 0,1 0 0,-1 0 0,1 1 0,0-1 0,-1 1 0,1 0 0,0 0 0,0 0 0,0 0 0,1 0 0,-1 0 0,0 0 0,1 0 0,0 1 0,-1-1 0,1 1 0,0-1 0,0 1 0,0-1 0,1 1 0,-1 0 0,0 0 0,1 4 0,-2 9 0,2-1 0,0 1 0,2 16 0,-1-11 0,0-1 0,-1 1 0,-1 0 0,0 0 0,-2 0 0,0-1 0,-2 1 0,0-1 0,-1 0 0,-1 0 0,-1-1 0,-1 0 0,-14 24 0,14-29 0,-1-1 0,0 0 0,-1 0 0,-1-1 0,0 0 0,0-1 0,-1-1 0,0 0 0,-1 0 0,-24 11 0,35-19 0,-1 0 0,1-1 0,0 1 0,-1-1 0,1 0 0,0 0 0,-1 0 0,0-1 0,1 1 0,-1-1 0,1 0 0,-1 0 0,1 0 0,-1 0 0,0-1 0,1 1 0,-1-1 0,1 0 0,0 0 0,-1-1 0,1 1 0,0 0 0,-1-1 0,1 0 0,0 0 0,0 0 0,1 0 0,-1 0 0,0-1 0,1 1 0,-1-1 0,1 0 0,0 0 0,0 0 0,0 0 0,0 0 0,0 0 0,1 0 0,-1 0 0,1-1 0,0 1 0,0-1 0,0 1 0,0-6 0,-11-57 0,-3-66 0,12 90 0,4-79 0,0 115 0,0 1 0,1 0 0,-1 0 0,1 0 0,1 0 0,-1 0 0,0 0 0,5-6 0,-4 6 0,0 1 0,0-1 0,-1 0 0,0 0 0,3-10 0,-4 13 0,-1-1 0,0 0 0,0 1 0,0-1 0,0 0 0,0 1 0,0-1 0,-1 1 0,0-1 0,1 1 0,-1-1 0,0 1 0,0-1 0,0 1 0,0 0 0,-3-4 0,1 2 0,0 0 0,0 0 0,-1 0 0,0 0 0,1 1 0,-1 0 0,-1 0 0,1 0 0,0 0 0,-1 0 0,-9-3 0,-4-1 0,-37-8 0,-4-2 0,36 8 0,-10-4 0,-35-9 0,60 20 0,-1 0 0,1 0 0,-1 1 0,0 0 0,0 1 0,0 0 0,1 0 0,-1 1 0,-13 2 0,12 1 0,0 1 0,0 0 0,1 1 0,0-1 0,0 2 0,0-1 0,1 1 0,0 1 0,0 0 0,-11 15 0,-27 24 0,43-45 0,1 0 0,-1 0 0,0 0 0,0 0 0,0-1 0,0 1 0,0-1 0,0 0 0,0 1 0,0-1 0,0-1 0,-1 1 0,1 0 0,0-1 0,-1 0 0,1 0 0,-6 0 0,4-1 0,0 0 0,0-1 0,0 1 0,0-1 0,0 0 0,1 0 0,-1-1 0,1 1 0,-1-1 0,-5-5 0,-2-3 0,0-1 0,1 0 0,1 0 0,0-1 0,0-1 0,-10-19 0,-2-5 0,14 27 0,1-1 0,0 0 0,1 0 0,0 0 0,1-1 0,1 0 0,0 0 0,0 0 0,-3-26 0,9-14 0,-1 40 0,-1 1 0,1-1 0,-2 0 0,0 0 0,-5-23 0,5 33 0,-1 0 0,1 1 0,-1-1 0,1 1 0,-1-1 0,0 1 0,0 0 0,0-1 0,0 1 0,-1 1 0,1-1 0,0 0 0,-1 0 0,1 1 0,-1-1 0,0 1 0,1 0 0,-1 0 0,0 0 0,0 0 0,0 0 0,0 1 0,0-1 0,-5 1 0,-11-1 0,1 0 0,-37 5 0,26-2 0,-137 2 0,163-4 0,1 1 0,-1-1 0,0 1 0,0 0 0,1 0 0,-1 0 0,1 0 0,-1 0 0,1 0 0,-1 1 0,1-1 0,0 1 0,0 0 0,0 0 0,0-1 0,0 1 0,0 1 0,0-1 0,0 0 0,1 0 0,-1 1 0,1-1 0,0 1 0,0-1 0,0 1 0,0-1 0,0 1 0,0 0 0,1-1 0,-1 5 0,-1 9 0,1 0 0,1 1 0,0-1 0,3 19 0,-1-5 0,-2-22 0,1 0 0,-2 0 0,1 0 0,-1 0 0,0 0 0,-1 0 0,0 0 0,0 0 0,-1 0 0,1-1 0,-2 1 0,1-1 0,-1 0 0,0 0 0,-1 0 0,0-1 0,0 1 0,0-1 0,-1 0 0,1-1 0,-13 10 0,-19 17 0,29-24 0,-1 1 0,0-1 0,-1-1 0,0 0 0,0 0 0,-20 9 0,28-15 0,0-1 0,0 1 0,0-1 0,0 0 0,0 0 0,0 0 0,0 0 0,0 0 0,0 0 0,0-1 0,0 1 0,0-1 0,1 1 0,-1-1 0,0 0 0,0 0 0,0 0 0,1 0 0,-1 0 0,0 0 0,1 0 0,-2-2 0,-36-38 0,11 10 0,13 18 0,-1 1 0,-1 1 0,0 1 0,0 0 0,-1 1 0,-22-8 0,7 5 0,19 6 0,0 0 0,-1 1 0,0 1 0,1 1 0,-29-4 0,24 6 0,-7-1 0,0 1 0,-1 2 0,1 0 0,-37 7 0,58-7 0,0 0 0,1 1 0,-1 0 0,1 0 0,-1 0 0,1 0 0,0 1 0,0 0 0,0 0 0,0 0 0,0 0 0,1 0 0,-1 1 0,1 0 0,0 0 0,0-1 0,0 2 0,1-1 0,-1 0 0,1 1 0,0-1 0,-2 9 0,3-11 0,1 0 0,-1 0 0,0 0 0,1 0 0,-1 0 0,0 0 0,0-1 0,0 1 0,0 0 0,-1 0 0,1-1 0,0 1 0,-1-1 0,1 1 0,-1-1 0,0 0 0,1 0 0,-1 0 0,0 1 0,-3 0 0,4-2 0,0 0 0,1 0 0,-1 0 0,0 0 0,1 0 0,-1 0 0,0 0 0,1 0 0,-1-1 0,0 1 0,1 0 0,-1 0 0,1-1 0,-1 1 0,0 0 0,1-1 0,-1 1 0,1-1 0,-1 1 0,1 0 0,-1-1 0,1 1 0,-1-2 0,0 0 0,-1 0 0,1 0 0,0-1 0,0 1 0,0 0 0,0-1 0,1 1 0,-1-1 0,0-2 0,-3-31 0,2 0 0,1 1 0,7-55 0,-4 75 0,1 1 0,1-1 0,0 1 0,10-21 0,-9 21 0,0 1 0,0-1 0,-1 0 0,-1 0 0,2-16 0,-3 15 0,-2 0 0,0 1 0,0-1 0,-5-23 0,4 33 0,0 1 0,-1 0 0,1-1 0,-1 1 0,0 0 0,0 0 0,0-1 0,0 2 0,-1-1 0,0 0 0,0 0 0,0 1 0,0 0 0,0 0 0,-1-1 0,0 2 0,1-1 0,-8-4 0,-40-15 0,38 17 0,0 0 0,-21-12 0,30 14 0,-1-1 0,1 1 0,0-1 0,0 1 0,0-1 0,0-1 0,1 1 0,-1 0 0,1-1 0,-3-7 0,-11-18 0,5 7 0,-16-39 0,27 59 0,0 0 0,-1 0 0,0 0 0,0 0 0,0 0 0,0 0 0,0 1 0,0-1 0,-1 1 0,0-1 0,1 1 0,-1 0 0,0 0 0,0 0 0,0 0 0,0 1 0,0-1 0,0 1 0,-1 0 0,1 0 0,0 0 0,-1 0 0,-4 0 0,-9-1 0,0 1 0,-1 0 0,-26 3 0,15-1 0,-23-1 0,17 0 0,-43 4 0,68-2 0,-1-1 0,1 1 0,0 1 0,1 0 0,-1 0 0,0 1 0,1 1 0,-15 8 0,6-2 0,9-5 0,0 0 0,1 0 0,-13 12 0,19-15 0,-1 1 0,0-1 0,1 0 0,0 1 0,0 0 0,0-1 0,0 1 0,0 0 0,1 0 0,0 0 0,0 0 0,-1 7 0,-1 6 0,1 1 0,1 0 0,1-1 0,3 31 0,-2-42 0,0 0 0,1 1 0,-1-1 0,1 0 0,0 0 0,1 1 0,-1-2 0,1 1 0,1 0 0,-1-1 0,1 1 0,0-1 0,0 0 0,0 0 0,9 7 0,3-1 0,1-1 0,0 0 0,0-2 0,1 0 0,19 7 0,-7-4 0,-27-10 0,0 0 0,-1 1 0,1-1 0,0 1 0,-1-1 0,1 1 0,-1 0 0,1 0 0,-1 0 0,0 1 0,0-1 0,0 0 0,0 1 0,0-1 0,-1 1 0,1 0 0,-1-1 0,2 4 0,-2-1 0,0 0 0,0 0 0,0-1 0,-1 1 0,1 0 0,-1 0 0,0 0 0,-1 0 0,1-1 0,-3 10 0,1-5 0,-1 0 0,0 0 0,-1 0 0,1-1 0,-2 1 0,1-1 0,-1 0 0,-1 0 0,1 0 0,-2-1 0,-8 9 0,2-5 0,0-2 0,-24 14 0,32-20 0,-1 0 0,0 0 0,0 0 0,0-1 0,-1 0 0,1-1 0,0 1 0,-1-1 0,-8 0 0,12-1 0,1 0 0,-1-1 0,1 0 0,-1 0 0,1 1 0,0-1 0,-1-1 0,1 1 0,0 0 0,0 0 0,0-1 0,0 0 0,0 1 0,0-1 0,0 0 0,-2-3 0,-27-42 0,11 17 0,11 16 0,0 0 0,-11-24 0,15 27 0,0 1 0,-1-1 0,0 1 0,-1 1 0,-13-16 0,17 22 0,-1 0 0,1 0 0,-1 1 0,0-1 0,1 1 0,-1 0 0,0 1 0,0-1 0,0 0 0,-1 1 0,1 0 0,0 0 0,0 0 0,-1 1 0,1 0 0,-1-1 0,1 1 0,0 1 0,-8 0 0,4 0 0,1 1 0,0 0 0,0 0 0,0 0 0,0 1 0,0 0 0,0 0 0,1 1 0,0 0 0,-1 0 0,1 0 0,1 1 0,-11 10 0,2 1 0,1 1 0,0 1 0,-15 28 0,23-35 0,0 0 0,1 0 0,0 1 0,1-1 0,-2 17 0,7-64 0,1 0 0,12-55 0,-14 89 0,0-1 0,-1 0 0,1 0 0,-1 0 0,0 0 0,0 0 0,0 0 0,0 0 0,0 0 0,-1 0 0,1 0 0,-1 1 0,0-1 0,0 0 0,0 0 0,0 1 0,0-1 0,-2-2 0,1 3 0,0 0 0,1 1 0,-1-1 0,0 1 0,0 0 0,0 0 0,0-1 0,0 1 0,0 0 0,0 1 0,0-1 0,0 0 0,0 1 0,0-1 0,-1 1 0,1-1 0,0 1 0,0 0 0,-1 0 0,1 0 0,0 0 0,-1 1 0,1-1 0,-3 1 0,-23 5 0,-10 2 0,0-2 0,-59 2 0,87-8 0,0 0 0,-1-1 0,1 0 0,0 0 0,-12-4 0,17 3 0,0 0 0,0 0 0,0-1 0,0 0 0,0 0 0,1 0 0,0 0 0,-1-1 0,1 1 0,0-1 0,-4-6 0,1 1 0,-1 1 0,1 1 0,-2-1 0,1 1 0,-1 0 0,0 1 0,0 0 0,-1 1 0,1 0 0,-18-7 0,13 7 0,1-1 0,-1 2 0,0 0 0,-1 1 0,-18-3 0,28 6 0,0 0 0,-1 1 0,1-1 0,0 1 0,-1 0 0,1 0 0,0 1 0,0-1 0,0 1 0,0 0 0,0 1 0,0-1 0,0 1 0,1 0 0,0 0 0,-1 0 0,-6 8 0,6-6 0,1 0 0,0 0 0,-1 0 0,2 1 0,-1 0 0,1-1 0,0 1 0,-3 9 0,5-14 0,0 1 0,1-1 0,-1 1 0,1-1 0,-1 1 0,1 0 0,0-1 0,0 1 0,0 0 0,0-1 0,0 1 0,0 0 0,0-1 0,1 1 0,-1-1 0,0 1 0,1 0 0,-1-1 0,1 1 0,0-1 0,0 1 0,-1-1 0,1 0 0,0 1 0,0-1 0,0 0 0,0 1 0,1-1 0,-1 0 0,0 0 0,0 0 0,1 0 0,-1 0 0,1-1 0,-1 1 0,1 0 0,-1 0 0,4 0 0,18 4 0,1-1 0,0-1 0,0-1 0,0-1 0,0-1 0,34-4 0,9 0 0,-61 4 0,4 0 0,-1 0 0,1 0 0,-1 1 0,0 0 0,11 3 0,-19-4 0,1 0 0,0 1 0,-1-1 0,1 1 0,-1 0 0,1-1 0,-1 1 0,1 0 0,-1 0 0,0 0 0,0 0 0,1 0 0,-1 0 0,0 1 0,0-1 0,0 0 0,0 1 0,0-1 0,0 0 0,0 1 0,-1-1 0,1 1 0,-1 0 0,1-1 0,-1 1 0,1-1 0,-1 1 0,0 0 0,0-1 0,1 1 0,-1 0 0,-1-1 0,1 1 0,0 0 0,0-1 0,-1 3 0,0-1 0,0 1 0,0-1 0,0 1 0,-1-1 0,0 0 0,1 0 0,-1 1 0,0-1 0,-1 0 0,1 0 0,0-1 0,-1 1 0,0-1 0,1 1 0,-5 2 0,-6 4 0,0-1 0,-21 9 0,-7 5 0,36-18 0,-1-1 0,1 0 0,-1 0 0,1-1 0,-1 1 0,0-1 0,0 0 0,0-1 0,0 0 0,-7 1 0,3-2 0,0 0 0,0-1 0,1 0 0,-1-1 0,-15-4 0,13 3 0,0 0 0,0 1 0,-1 0 0,-16 1 0,26 1 0,0 0 0,0 0 0,0 0 0,0 0 0,0 1 0,0-1 0,1 1 0,-1 0 0,0 0 0,0 0 0,1 0 0,-1 0 0,0 1 0,1-1 0,-1 1 0,1 0 0,0 0 0,-1 0 0,1 0 0,0 0 0,0 0 0,1 0 0,-1 1 0,-2 2 0,4-4 0,0 0 0,-1 1 0,1-1 0,0 0 0,0 1 0,-1-1 0,1 0 0,0 0 0,0 1 0,1-1 0,-1 0 0,0 0 0,0 1 0,1-1 0,-1 0 0,0 0 0,1 1 0,-1-1 0,1 0 0,0 0 0,-1 0 0,1 0 0,0 0 0,0 0 0,-1 0 0,1 0 0,0 0 0,0 0 0,0 0 0,0-1 0,0 1 0,1 0 0,-1-1 0,0 1 0,0-1 0,0 1 0,0-1 0,2 1 0,8 3 0,1 0 0,-1-1 0,15 3 0,-15-3 0,7 1 0,1 0 0,0 0 0,0-2 0,0 0 0,0-2 0,0 0 0,0-1 0,0-1 0,0 0 0,0-2 0,0 0 0,-1-1 0,0-1 0,0 0 0,0-2 0,19-10 0,-33 15 0,1 0 0,-1 1 0,1 0 0,0 0 0,0 0 0,0 1 0,0-1 0,0 1 0,0 0 0,0 1 0,0-1 0,0 1 0,0 0 0,0 0 0,0 1 0,0 0 0,1-1 0,-1 2 0,0-1 0,-1 1 0,1-1 0,0 1 0,0 1 0,-1-1 0,1 1 0,-1-1 0,0 1 0,0 1 0,0-1 0,0 0 0,-1 1 0,1 0 0,-1 0 0,0 0 0,5 7 0,7 16 0,0 1 0,-1 0 0,-2 1 0,-1 0 0,8 34 0,-18-60 0,6 29 0,-7-31 0,1 0 0,-1 0 0,0 0 0,0 1 0,0-1 0,0 0 0,0 0 0,0 0 0,-1 1 0,1-1 0,0 0 0,-1 0 0,1 0 0,0 0 0,-1 1 0,1-1 0,-1 0 0,0 0 0,1 0 0,-1 0 0,0 0 0,-1 0 0,2 0 0,-1-1 0,0 0 0,1 0 0,-1 0 0,1 0 0,-1 0 0,0 0 0,1 0 0,-1 0 0,0 0 0,1 0 0,-1-1 0,0 1 0,1 0 0,-1 0 0,1 0 0,-1-1 0,1 1 0,-1 0 0,1-1 0,-1 1 0,1-1 0,-1 1 0,1-1 0,-1 1 0,1 0 0,-1-1 0,1 0 0,0 1 0,-1-1 0,1 1 0,0-1 0,0 1 0,-1-1 0,1 0 0,0 1 0,0-1 0,0 1 0,0-1 0,0 0 0,0 0 0,-9-29 0,4 0 0,0-59 0,2 30 0,3 56 0,-1 0 0,1 0 0,-1 1 0,0-1 0,0 0 0,0 0 0,0 0 0,0 0 0,0 1 0,-1-1 0,1 0 0,-1 1 0,0 0 0,0-1 0,0 1 0,0 0 0,0 0 0,-1 0 0,1 0 0,-1 0 0,1 1 0,-1-1 0,1 1 0,-1-1 0,-6-1 0,-4-1 0,-1 1 0,1 0 0,-1 1 0,-20-1 0,13 1 0,-148-5 0,167 7-3,-1 0-1,1 0 1,0 0-1,-1-1 1,1 1-1,0-1 1,-1 0-1,1 1 1,0-1-1,0 0 1,0 0-1,-1-1 1,1 1-1,0 0 1,1-1-1,-1 1 1,0-1-1,0 1 1,1-1-1,-1 0 1,1 0-1,-3-3 1,3 2 17,0-1 0,0 1 1,0-1-1,0 1 0,1-1 1,-1 1-1,1-1 0,0 0 1,0 1-1,0-1 0,1 1 0,-1-1 1,2-5-1,2-5-226,1 1 0,1-1 0,-1 0-1,2 1 1,0 0 0,11-14 0,-7 12-6614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6T13:10:56.21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6T13:11:01.97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6T13:11:02.5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4A72-E8DB-8679-860B-00D1FBEEE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3C7FD-5455-BB4F-DBE1-9FBA3B29E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89703-5848-6E1A-7A17-ACD7A642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5D0A7-8DC8-C5C0-C5F6-806BDF32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88C1E-72DD-8684-0DB1-F21CB6B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8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1EEB-1721-3B95-BC14-81523448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460C-1150-025D-1152-F58BEA93F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AA1D4-0957-CFC7-F9A7-6EE3E5F5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E830F-B10D-984C-E5C4-AC05AA12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35E58-A806-8787-9751-DF331EC5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1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5DDE-2820-0EF9-2040-7B976E2D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34AB6-008A-F2D0-C2D4-7723DC16F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3EF0C-5243-35D5-5B5A-7858514F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42506-23CB-B70C-7AAB-763D1E40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23EB-898D-B29D-150B-0F00C4D3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1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59FC9-69B7-9F0F-1DE9-72DB999E9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F6A22-32D4-3408-7F2A-8D0551FBD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D7272-4483-18FA-FC04-F5E5F668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AB553-B9E6-E961-EE8B-EFBBFB1D6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65126-D6B1-2B83-CC7C-EE81FBAF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105D4-89CB-A58E-40D1-1F12D976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3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D704-EF0E-77A7-5E81-48B7E898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9245D-966B-BCE4-9D4C-7C2EB250F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B9BA5-BE9A-202A-30D1-7DC8F7778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A398C8-B744-0EB6-5B9A-0C1525ED3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9C33F-E618-2C1C-E4D5-74EC600F6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51F90-A912-8545-1C0A-91842388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E55B2-0010-C152-8EAC-BC13D78B2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CA33A-66F7-BA58-6138-B44539E8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D883-B6B9-BDB2-03CD-0A62D415F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2F2684-84A5-FA66-A66C-8155C153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0F488-7E13-58B9-4A98-4E9BD8CB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F1FBF-3809-8CCE-D410-45A9021F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9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58ECE0-A740-1A41-17A9-379B4B22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409C6-1838-3DD9-8764-4942B196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91206-71F0-CC37-5AB6-CB23D533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5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FABA-C6FD-62AE-C77B-3285783D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2C3A5-44D2-3DF6-FAF4-81F434D58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6CB3-BE0D-9180-A636-43D4606F2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56603-BCA2-2308-6EC3-343BF922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60335-E678-1E67-8AD9-0C28105B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3C295-5C05-D747-EDC9-A8E91AB4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8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F0FF-0DE0-5960-12DF-8091CD08C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13169-029B-CC5E-0E22-EEDC5F517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59681-DD04-4966-A61B-F2004081F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12B8A-355B-1970-9112-CC3542A5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9CA79-9945-E9E2-BF80-1E811842A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03164-C89B-3BD9-A075-B665C015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4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D2E0-846D-A144-3F90-83663101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5DC19-4F0D-D596-912A-D4DA0A44E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184B-3209-78DB-B6A3-2A19E83E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BE21F-AB5E-BF82-844D-6F67912F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F8665-136F-998E-DF8B-6A9A6A2D4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2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A5E75-1455-419F-997D-AD750CD5E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68B45-C7F6-B0CB-2979-A368222A0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63ED5-2451-EC34-AEA7-FDF17752D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4028F-08FF-AA98-0797-E34263009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4B21F-8F91-5043-1E1E-4E7B5806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4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A2659-8673-44E8-8611-B33D0903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BF25E-7945-DB37-E1A3-05C00D130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318C4-C88D-2806-2E60-2AA79A397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B7931-7731-4E2E-B653-628DA61E8697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51032-9966-59E9-AA61-F08052F3A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592E6-A7C3-7848-CAB4-2D0BB9969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B3C5F-1E92-4C48-9DA7-F15A03E8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9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43C251-1CF5-8279-7A4E-C9FA7D309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28" y="1405953"/>
            <a:ext cx="11686872" cy="27825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75B683-91A4-A87E-2656-6E08644E3B07}"/>
              </a:ext>
            </a:extLst>
          </p:cNvPr>
          <p:cNvSpPr/>
          <p:nvPr/>
        </p:nvSpPr>
        <p:spPr>
          <a:xfrm>
            <a:off x="118228" y="1946787"/>
            <a:ext cx="176740" cy="570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F89BF4-04AF-AB2F-F9CF-E0CE6F5FFE04}"/>
              </a:ext>
            </a:extLst>
          </p:cNvPr>
          <p:cNvSpPr/>
          <p:nvPr/>
        </p:nvSpPr>
        <p:spPr>
          <a:xfrm>
            <a:off x="9035845" y="2182761"/>
            <a:ext cx="176740" cy="471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0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AE7A014-EE00-F32C-CEEC-044CB96039EE}"/>
              </a:ext>
            </a:extLst>
          </p:cNvPr>
          <p:cNvSpPr/>
          <p:nvPr/>
        </p:nvSpPr>
        <p:spPr>
          <a:xfrm>
            <a:off x="2654710" y="1936955"/>
            <a:ext cx="6853084" cy="2753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32AA9C8-7E1F-2CDC-7618-071450E4321D}"/>
              </a:ext>
            </a:extLst>
          </p:cNvPr>
          <p:cNvSpPr/>
          <p:nvPr/>
        </p:nvSpPr>
        <p:spPr>
          <a:xfrm>
            <a:off x="3308555" y="2354825"/>
            <a:ext cx="5545393" cy="19172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94B32D-1356-BFB5-E36F-EDF9A63DCC0F}"/>
              </a:ext>
            </a:extLst>
          </p:cNvPr>
          <p:cNvSpPr/>
          <p:nvPr/>
        </p:nvSpPr>
        <p:spPr>
          <a:xfrm>
            <a:off x="4281948" y="2644876"/>
            <a:ext cx="3628104" cy="1219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990D3A0-998E-B530-A159-8A33AE0823BB}"/>
              </a:ext>
            </a:extLst>
          </p:cNvPr>
          <p:cNvSpPr/>
          <p:nvPr/>
        </p:nvSpPr>
        <p:spPr>
          <a:xfrm>
            <a:off x="5034116" y="2964424"/>
            <a:ext cx="2123768" cy="5358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17AFDA-8EA1-3D67-3A25-5DE3D5B4554F}"/>
              </a:ext>
            </a:extLst>
          </p:cNvPr>
          <p:cNvSpPr/>
          <p:nvPr/>
        </p:nvSpPr>
        <p:spPr>
          <a:xfrm>
            <a:off x="5960806" y="3195482"/>
            <a:ext cx="270387" cy="786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B47BFC2-A2E5-7701-C0C0-C6FC36EC2DF0}"/>
                  </a:ext>
                </a:extLst>
              </p14:cNvPr>
              <p14:cNvContentPartPr/>
              <p14:nvPr/>
            </p14:nvContentPartPr>
            <p14:xfrm>
              <a:off x="2870977" y="2593781"/>
              <a:ext cx="4076640" cy="1223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B47BFC2-A2E5-7701-C0C0-C6FC36EC2D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4857" y="2587661"/>
                <a:ext cx="4088880" cy="12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218BD1-2146-D4CE-E8D3-8C9B8CF78A2E}"/>
                  </a:ext>
                </a:extLst>
              </p14:cNvPr>
              <p14:cNvContentPartPr/>
              <p14:nvPr/>
            </p14:nvContentPartPr>
            <p14:xfrm>
              <a:off x="5981017" y="2918141"/>
              <a:ext cx="3477960" cy="931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6218BD1-2146-D4CE-E8D3-8C9B8CF78A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74897" y="2912021"/>
                <a:ext cx="3490200" cy="9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AA128F4-7023-29FB-E419-29575DBF29F8}"/>
                  </a:ext>
                </a:extLst>
              </p14:cNvPr>
              <p14:cNvContentPartPr/>
              <p14:nvPr/>
            </p14:nvContentPartPr>
            <p14:xfrm>
              <a:off x="12005257" y="1474541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AA128F4-7023-29FB-E419-29575DBF29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99137" y="146842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7CAA243-D494-ACAC-5B44-87483B031A30}"/>
                  </a:ext>
                </a:extLst>
              </p14:cNvPr>
              <p14:cNvContentPartPr/>
              <p14:nvPr/>
            </p14:nvContentPartPr>
            <p14:xfrm>
              <a:off x="12840817" y="1700621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7CAA243-D494-ACAC-5B44-87483B031A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34697" y="169450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ABCF2D-9F86-D227-DED8-64714BF20B6A}"/>
                  </a:ext>
                </a:extLst>
              </p14:cNvPr>
              <p14:cNvContentPartPr/>
              <p14:nvPr/>
            </p14:nvContentPartPr>
            <p14:xfrm>
              <a:off x="13204417" y="1179701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ABCF2D-9F86-D227-DED8-64714BF20B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98297" y="117358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4755319-9D65-E8F4-4545-BEEB9318E136}"/>
              </a:ext>
            </a:extLst>
          </p:cNvPr>
          <p:cNvSpPr txBox="1"/>
          <p:nvPr/>
        </p:nvSpPr>
        <p:spPr>
          <a:xfrm>
            <a:off x="1602728" y="1218445"/>
            <a:ext cx="1006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Convergence without alpha decay                                            </a:t>
            </a:r>
            <a:r>
              <a:rPr lang="en-US" b="1" dirty="0">
                <a:solidFill>
                  <a:srgbClr val="92D050"/>
                </a:solidFill>
              </a:rPr>
              <a:t>Convergence with alpha decay</a:t>
            </a:r>
          </a:p>
        </p:txBody>
      </p:sp>
    </p:spTree>
    <p:extLst>
      <p:ext uri="{BB962C8B-B14F-4D97-AF65-F5344CB8AC3E}">
        <p14:creationId xmlns:p14="http://schemas.microsoft.com/office/powerpoint/2010/main" val="3617744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8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loqman samani</dc:creator>
  <cp:lastModifiedBy>loqman samani</cp:lastModifiedBy>
  <cp:revision>2</cp:revision>
  <dcterms:created xsi:type="dcterms:W3CDTF">2024-04-24T15:43:19Z</dcterms:created>
  <dcterms:modified xsi:type="dcterms:W3CDTF">2024-04-26T17:55:09Z</dcterms:modified>
</cp:coreProperties>
</file>