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20293-4564-8FF2-45E4-714723327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B8400F-974B-06CD-DC5A-8647B17FCB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251BC-D3B0-CAEF-8A81-C30EF4B7F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5FFE8-78E9-4FFF-A5A5-C95E891A2A5D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AA044-B7E3-782E-25A0-031A7BFDC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22107-D294-6EE9-4512-8C0E6F0E1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5E2C7-9752-4D92-9A22-91D044866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314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4D737-E707-E254-F2A5-63D04FF80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F6807-972C-781E-6B7A-19BADD2D5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BB1E8-CCF9-3F61-4C6B-046755ED4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5FFE8-78E9-4FFF-A5A5-C95E891A2A5D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B6772-8E0E-A05C-85F7-797A5AAF3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AA707-682F-0E21-8720-A25022805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5E2C7-9752-4D92-9A22-91D044866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107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A223D-7A20-0C6D-7A3E-10D26D6B4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0C177-4743-DD35-C49D-E5CF2DB53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5B7FD-3743-9666-75CA-B484A1E67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5FFE8-78E9-4FFF-A5A5-C95E891A2A5D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0F7B6-31FE-FD44-65CE-13540FD29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68B2D-CDEC-A4E2-511F-32F5C622F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5E2C7-9752-4D92-9A22-91D044866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28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FD74F-D480-F78B-3867-F54A76138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6D75C-B67B-830D-3FE8-31CAAEC4B3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7C094E-BC00-92FF-900B-0D6731051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FB690A-397B-C983-DD86-2AF3733EC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5FFE8-78E9-4FFF-A5A5-C95E891A2A5D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812385-36AA-E8AB-90AE-534F760C4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6F872-70D4-8B65-8287-9F71BBACA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5E2C7-9752-4D92-9A22-91D044866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242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32608-6905-63F9-E378-DC1ECF39C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D31D9C-0762-FC97-3526-5B08EBD79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70B91E-2162-AC0C-1E55-8C07ACC77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B6D359-04DE-EF42-D1A2-7EDCFC5637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FBD6B-DC0C-6B42-7756-CFC5BE178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5D6744-BB83-C5A0-FC68-E63E7C623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5FFE8-78E9-4FFF-A5A5-C95E891A2A5D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583FB9-EA9D-C607-E0A7-757D1CE1C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974F3C-F851-988B-AE8D-4AADF5AF7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5E2C7-9752-4D92-9A22-91D044866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545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48369-57F9-A5CC-2945-6FAE64B3C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A6DB2F-125B-65E0-9C00-75A015F18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5FFE8-78E9-4FFF-A5A5-C95E891A2A5D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44D3CB-C0AE-0C40-71B4-78C24AF58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429733-C614-1037-6A85-03FF0E812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5E2C7-9752-4D92-9A22-91D044866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32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3A838D-2207-442D-4805-8B933FF92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5FFE8-78E9-4FFF-A5A5-C95E891A2A5D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BB0FEF-54E6-39DA-2CD0-84294DBD7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E454D-E135-1A38-9442-4082D1D35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5E2C7-9752-4D92-9A22-91D044866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758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2E160-B920-20FC-9D55-E179E703A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9D5F3-E71B-B1B2-AAAD-1A59326FB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5B2A6C-31E4-1AFF-5FF6-E9ABD94AA5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DD0D62-499A-84A8-2F1E-78A29CB8E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5FFE8-78E9-4FFF-A5A5-C95E891A2A5D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868A44-58DA-8359-C51B-2CA694440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02E0A1-BFAF-2E6F-16D8-39B2022E1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5E2C7-9752-4D92-9A22-91D044866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908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A805E-947A-5A3D-0C76-6B12513D2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6C4867-8301-A43C-D095-ED4D068CA8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F668E6-DC67-1B3C-ACC6-7FB6A3050A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E5D51C-D975-36E5-859A-6480AFDAB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5FFE8-78E9-4FFF-A5A5-C95E891A2A5D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CCEFCB-46B0-EA5C-A433-5314F52CE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12EE37-5A7E-BEA0-07D5-7B0369DE2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5E2C7-9752-4D92-9A22-91D044866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354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541D0-216E-EFD8-5673-DBAFF7D5C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C3CBA9-056D-F77F-8806-B226837F7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D993D-93C9-0055-0606-866A732D6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5FFE8-78E9-4FFF-A5A5-C95E891A2A5D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7E9C3-057D-EE0F-45C0-91C4B5740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3B5D5-BEC3-274C-602E-C5E3F97E9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5E2C7-9752-4D92-9A22-91D044866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031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6B43BE-C2A6-ACF1-E85C-B489BBD0EC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4E2561-BB02-71FE-0798-AE752B64C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D6DA4-2268-C239-E48D-4BFAA5523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5FFE8-78E9-4FFF-A5A5-C95E891A2A5D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527E3-0E1C-08C9-CC59-0C95AA8E5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97B44-FF74-2E2E-8A7D-10552CFA1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5E2C7-9752-4D92-9A22-91D044866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25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C3940A-202C-DB9D-231A-2D470D812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A83479-7455-59AD-43B9-F7AC2E0F7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3D28D-BF45-9339-EEB0-919BAC1CF6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75FFE8-78E9-4FFF-A5A5-C95E891A2A5D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B8804-2ACC-5129-FE1E-C7FC622310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CFD8C-5DCB-E8F6-6210-9FC9A3DB31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55E2C7-9752-4D92-9A22-91D044866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534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6AF0254B-E548-D357-ADBA-44A203A37D0B}"/>
              </a:ext>
            </a:extLst>
          </p:cNvPr>
          <p:cNvSpPr/>
          <p:nvPr/>
        </p:nvSpPr>
        <p:spPr>
          <a:xfrm>
            <a:off x="6395883" y="4747752"/>
            <a:ext cx="983226" cy="957417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671A6E90-1543-F333-B9F7-1C9DB5722294}"/>
              </a:ext>
            </a:extLst>
          </p:cNvPr>
          <p:cNvSpPr/>
          <p:nvPr/>
        </p:nvSpPr>
        <p:spPr>
          <a:xfrm>
            <a:off x="6400799" y="3022189"/>
            <a:ext cx="983226" cy="957417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A3843B85-6C18-A617-3797-B5D19F75FB8B}"/>
              </a:ext>
            </a:extLst>
          </p:cNvPr>
          <p:cNvSpPr/>
          <p:nvPr/>
        </p:nvSpPr>
        <p:spPr>
          <a:xfrm>
            <a:off x="6395883" y="1932650"/>
            <a:ext cx="983226" cy="957417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78B62BD3-132F-881A-8C80-39B455B61A7B}"/>
              </a:ext>
            </a:extLst>
          </p:cNvPr>
          <p:cNvSpPr/>
          <p:nvPr/>
        </p:nvSpPr>
        <p:spPr>
          <a:xfrm>
            <a:off x="6395883" y="843113"/>
            <a:ext cx="983226" cy="957417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9E46EA55-45FC-D701-C844-172F234B4F27}"/>
              </a:ext>
            </a:extLst>
          </p:cNvPr>
          <p:cNvSpPr/>
          <p:nvPr/>
        </p:nvSpPr>
        <p:spPr>
          <a:xfrm>
            <a:off x="3787876" y="4747752"/>
            <a:ext cx="983226" cy="957417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0E373402-2DE6-228F-F765-C9E77022DEEF}"/>
              </a:ext>
            </a:extLst>
          </p:cNvPr>
          <p:cNvSpPr/>
          <p:nvPr/>
        </p:nvSpPr>
        <p:spPr>
          <a:xfrm>
            <a:off x="3776815" y="3022189"/>
            <a:ext cx="983226" cy="957417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D6563E02-A0E2-BDDA-9640-CC5E3534D88F}"/>
              </a:ext>
            </a:extLst>
          </p:cNvPr>
          <p:cNvSpPr/>
          <p:nvPr/>
        </p:nvSpPr>
        <p:spPr>
          <a:xfrm>
            <a:off x="3776815" y="1932651"/>
            <a:ext cx="983226" cy="957417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7EDFDB9F-B78A-532C-F583-8E3ACB001902}"/>
              </a:ext>
            </a:extLst>
          </p:cNvPr>
          <p:cNvSpPr/>
          <p:nvPr/>
        </p:nvSpPr>
        <p:spPr>
          <a:xfrm>
            <a:off x="3776815" y="843113"/>
            <a:ext cx="983226" cy="957417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6C8A39DF-D488-9275-1E8B-E3C5163DD8FC}"/>
              </a:ext>
            </a:extLst>
          </p:cNvPr>
          <p:cNvSpPr/>
          <p:nvPr/>
        </p:nvSpPr>
        <p:spPr>
          <a:xfrm>
            <a:off x="1152831" y="4571386"/>
            <a:ext cx="983226" cy="957417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AF877A4A-FD77-0D3B-A57D-70682A3C625A}"/>
              </a:ext>
            </a:extLst>
          </p:cNvPr>
          <p:cNvSpPr/>
          <p:nvPr/>
        </p:nvSpPr>
        <p:spPr>
          <a:xfrm>
            <a:off x="1152831" y="1712654"/>
            <a:ext cx="983226" cy="957417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lowchart: Connector 34">
            <a:extLst>
              <a:ext uri="{FF2B5EF4-FFF2-40B4-BE49-F238E27FC236}">
                <a16:creationId xmlns:a16="http://schemas.microsoft.com/office/drawing/2014/main" id="{7149669C-C5AB-F9CA-2692-D0F5BBF6450B}"/>
              </a:ext>
            </a:extLst>
          </p:cNvPr>
          <p:cNvSpPr/>
          <p:nvPr/>
        </p:nvSpPr>
        <p:spPr>
          <a:xfrm>
            <a:off x="1152831" y="2850125"/>
            <a:ext cx="983226" cy="957417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3AEE9BA2-1053-39BF-E9CF-73E8983E67BA}"/>
              </a:ext>
            </a:extLst>
          </p:cNvPr>
          <p:cNvSpPr/>
          <p:nvPr/>
        </p:nvSpPr>
        <p:spPr>
          <a:xfrm>
            <a:off x="8878529" y="2670071"/>
            <a:ext cx="983226" cy="957417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1C3DEF9-6C1F-043C-23AA-32D9D0A85E75}"/>
              </a:ext>
            </a:extLst>
          </p:cNvPr>
          <p:cNvSpPr txBox="1"/>
          <p:nvPr/>
        </p:nvSpPr>
        <p:spPr>
          <a:xfrm>
            <a:off x="3707989" y="1023404"/>
            <a:ext cx="2088129" cy="420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de-DE" sz="1200" b="1" baseline="6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de-DE" sz="1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1,i    </a:t>
            </a:r>
            <a:r>
              <a:rPr lang="de-DE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de-DE" sz="1200" b="1" baseline="6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de-DE" sz="1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1,i</a:t>
            </a:r>
            <a:endParaRPr lang="en-US" sz="12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6890F45-0D75-1A3A-7F9E-71A52BD35491}"/>
              </a:ext>
            </a:extLst>
          </p:cNvPr>
          <p:cNvCxnSpPr>
            <a:cxnSpLocks/>
            <a:stCxn id="32" idx="0"/>
            <a:endCxn id="32" idx="4"/>
          </p:cNvCxnSpPr>
          <p:nvPr/>
        </p:nvCxnSpPr>
        <p:spPr>
          <a:xfrm>
            <a:off x="4268428" y="843113"/>
            <a:ext cx="0" cy="95741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2B42144-93B5-0E50-7195-A4AFE94D5C79}"/>
              </a:ext>
            </a:extLst>
          </p:cNvPr>
          <p:cNvCxnSpPr>
            <a:cxnSpLocks/>
          </p:cNvCxnSpPr>
          <p:nvPr/>
        </p:nvCxnSpPr>
        <p:spPr>
          <a:xfrm>
            <a:off x="9370142" y="2670071"/>
            <a:ext cx="0" cy="95741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3F6A3C8-C4AD-8207-C547-0333FC379720}"/>
              </a:ext>
            </a:extLst>
          </p:cNvPr>
          <p:cNvCxnSpPr>
            <a:cxnSpLocks/>
          </p:cNvCxnSpPr>
          <p:nvPr/>
        </p:nvCxnSpPr>
        <p:spPr>
          <a:xfrm>
            <a:off x="6888724" y="4747750"/>
            <a:ext cx="0" cy="95741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D144954-3877-17EC-97D2-B416E6C33502}"/>
              </a:ext>
            </a:extLst>
          </p:cNvPr>
          <p:cNvCxnSpPr>
            <a:cxnSpLocks/>
          </p:cNvCxnSpPr>
          <p:nvPr/>
        </p:nvCxnSpPr>
        <p:spPr>
          <a:xfrm>
            <a:off x="6887496" y="3022188"/>
            <a:ext cx="0" cy="95741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4D64A6A-29E0-D12C-3EA3-57D12336096B}"/>
              </a:ext>
            </a:extLst>
          </p:cNvPr>
          <p:cNvCxnSpPr>
            <a:cxnSpLocks/>
          </p:cNvCxnSpPr>
          <p:nvPr/>
        </p:nvCxnSpPr>
        <p:spPr>
          <a:xfrm>
            <a:off x="6873976" y="1931421"/>
            <a:ext cx="0" cy="95741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3EA626B-E24F-5ACC-090A-84C178B62D61}"/>
              </a:ext>
            </a:extLst>
          </p:cNvPr>
          <p:cNvCxnSpPr>
            <a:cxnSpLocks/>
          </p:cNvCxnSpPr>
          <p:nvPr/>
        </p:nvCxnSpPr>
        <p:spPr>
          <a:xfrm>
            <a:off x="6873976" y="843113"/>
            <a:ext cx="0" cy="95741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D815724-E8A3-F0C2-3D83-172DB836B540}"/>
              </a:ext>
            </a:extLst>
          </p:cNvPr>
          <p:cNvCxnSpPr>
            <a:cxnSpLocks/>
          </p:cNvCxnSpPr>
          <p:nvPr/>
        </p:nvCxnSpPr>
        <p:spPr>
          <a:xfrm>
            <a:off x="4279488" y="4747751"/>
            <a:ext cx="0" cy="95741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6FDA5F9-69F9-8340-9451-5E043798EEBB}"/>
              </a:ext>
            </a:extLst>
          </p:cNvPr>
          <p:cNvCxnSpPr>
            <a:cxnSpLocks/>
          </p:cNvCxnSpPr>
          <p:nvPr/>
        </p:nvCxnSpPr>
        <p:spPr>
          <a:xfrm>
            <a:off x="4268428" y="3022188"/>
            <a:ext cx="0" cy="95741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ABFE5BD-9783-B917-D838-B81301B0F96E}"/>
              </a:ext>
            </a:extLst>
          </p:cNvPr>
          <p:cNvCxnSpPr>
            <a:cxnSpLocks/>
          </p:cNvCxnSpPr>
          <p:nvPr/>
        </p:nvCxnSpPr>
        <p:spPr>
          <a:xfrm>
            <a:off x="4279488" y="1931421"/>
            <a:ext cx="0" cy="95741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6AC8CC4D-15C7-9345-1FBC-85A2CB7ED6DE}"/>
              </a:ext>
            </a:extLst>
          </p:cNvPr>
          <p:cNvSpPr txBox="1"/>
          <p:nvPr/>
        </p:nvSpPr>
        <p:spPr>
          <a:xfrm>
            <a:off x="3727037" y="2131218"/>
            <a:ext cx="2088129" cy="420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de-DE" sz="1200" b="1" baseline="6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de-DE" sz="1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2,i    </a:t>
            </a:r>
            <a:r>
              <a:rPr lang="de-DE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de-DE" sz="1200" b="1" baseline="6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de-DE" sz="1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2,i</a:t>
            </a:r>
            <a:endParaRPr lang="en-US" sz="12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92F0C57-5618-523A-D303-16FDF5382489}"/>
              </a:ext>
            </a:extLst>
          </p:cNvPr>
          <p:cNvSpPr txBox="1"/>
          <p:nvPr/>
        </p:nvSpPr>
        <p:spPr>
          <a:xfrm>
            <a:off x="3691395" y="5016144"/>
            <a:ext cx="2088129" cy="420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</a:t>
            </a:r>
            <a:r>
              <a:rPr lang="de-DE" sz="1200" b="1" baseline="6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de-DE" sz="1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j,i</a:t>
            </a:r>
            <a:r>
              <a:rPr lang="de-DE" sz="1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de-DE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de-DE" sz="1200" b="1" baseline="6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de-DE" sz="1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j,i</a:t>
            </a:r>
            <a:endParaRPr lang="en-US" sz="12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1EE30B1-9A94-38F7-BD9B-3EBFB2B6DC53}"/>
              </a:ext>
            </a:extLst>
          </p:cNvPr>
          <p:cNvSpPr txBox="1"/>
          <p:nvPr/>
        </p:nvSpPr>
        <p:spPr>
          <a:xfrm>
            <a:off x="3727037" y="3243802"/>
            <a:ext cx="2088129" cy="420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de-DE" sz="1200" b="1" baseline="6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de-DE" sz="1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3,i    </a:t>
            </a:r>
            <a:r>
              <a:rPr lang="de-DE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de-DE" sz="1200" b="1" baseline="6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de-DE" sz="1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3,i</a:t>
            </a:r>
            <a:endParaRPr lang="en-US" sz="12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94780CD-F58D-5176-0420-6D69B4FB7765}"/>
              </a:ext>
            </a:extLst>
          </p:cNvPr>
          <p:cNvSpPr txBox="1"/>
          <p:nvPr/>
        </p:nvSpPr>
        <p:spPr>
          <a:xfrm>
            <a:off x="6360852" y="5050094"/>
            <a:ext cx="2088129" cy="420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de-DE" sz="1200" b="1" baseline="6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[l-1]</a:t>
            </a:r>
            <a:r>
              <a:rPr lang="de-DE" sz="1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j,i</a:t>
            </a:r>
            <a:r>
              <a:rPr lang="de-DE" sz="1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de-DE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de-DE" sz="1200" b="1" baseline="6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[l-1]</a:t>
            </a:r>
            <a:r>
              <a:rPr lang="de-DE" sz="1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j,i</a:t>
            </a:r>
            <a:endParaRPr lang="en-US" sz="12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4A003CF-77F1-0D5E-B674-5C7829A91FE0}"/>
              </a:ext>
            </a:extLst>
          </p:cNvPr>
          <p:cNvSpPr txBox="1"/>
          <p:nvPr/>
        </p:nvSpPr>
        <p:spPr>
          <a:xfrm>
            <a:off x="6298788" y="3218686"/>
            <a:ext cx="2088129" cy="420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</a:t>
            </a:r>
            <a:r>
              <a:rPr lang="de-DE" sz="1200" b="1" baseline="6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[l-1]</a:t>
            </a:r>
            <a:r>
              <a:rPr lang="de-DE" sz="1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3,i  </a:t>
            </a:r>
            <a:r>
              <a:rPr lang="de-DE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de-DE" sz="1200" b="1" baseline="6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[l-1]</a:t>
            </a:r>
            <a:r>
              <a:rPr lang="de-DE" sz="1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3,i</a:t>
            </a:r>
            <a:endParaRPr lang="en-US" sz="12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F6F5979-FF57-54CB-FD5E-BE661DE2E683}"/>
              </a:ext>
            </a:extLst>
          </p:cNvPr>
          <p:cNvSpPr txBox="1"/>
          <p:nvPr/>
        </p:nvSpPr>
        <p:spPr>
          <a:xfrm>
            <a:off x="6335044" y="2139054"/>
            <a:ext cx="2088129" cy="420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de-DE" sz="1200" b="1" baseline="6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[l-1]</a:t>
            </a:r>
            <a:r>
              <a:rPr lang="de-DE" sz="1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2,i  </a:t>
            </a:r>
            <a:r>
              <a:rPr lang="de-DE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de-DE" sz="1200" b="1" baseline="6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[l-1]</a:t>
            </a:r>
            <a:r>
              <a:rPr lang="de-DE" sz="1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1,i</a:t>
            </a:r>
            <a:endParaRPr lang="en-US" sz="12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FF34B37-AB04-5F47-AC4D-1BB2CCEC932D}"/>
              </a:ext>
            </a:extLst>
          </p:cNvPr>
          <p:cNvSpPr txBox="1"/>
          <p:nvPr/>
        </p:nvSpPr>
        <p:spPr>
          <a:xfrm>
            <a:off x="6316000" y="1001448"/>
            <a:ext cx="2088129" cy="420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de-DE" sz="1200" b="1" baseline="6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[l-1]</a:t>
            </a:r>
            <a:r>
              <a:rPr lang="de-DE" sz="1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1,i   </a:t>
            </a:r>
            <a:r>
              <a:rPr lang="de-DE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de-DE" sz="1200" b="1" baseline="6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[l-1]</a:t>
            </a:r>
            <a:r>
              <a:rPr lang="de-DE" sz="1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1,i</a:t>
            </a:r>
            <a:endParaRPr lang="en-US" sz="12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8771973-A0D2-61BA-B22F-D0054DC5E6BF}"/>
              </a:ext>
            </a:extLst>
          </p:cNvPr>
          <p:cNvSpPr txBox="1"/>
          <p:nvPr/>
        </p:nvSpPr>
        <p:spPr>
          <a:xfrm>
            <a:off x="8817690" y="2910739"/>
            <a:ext cx="2088129" cy="420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</a:t>
            </a:r>
            <a:r>
              <a:rPr lang="de-DE" sz="1200" b="1" baseline="6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[L]</a:t>
            </a:r>
            <a:r>
              <a:rPr lang="de-DE" sz="1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1,i  </a:t>
            </a:r>
            <a:r>
              <a:rPr lang="de-DE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de-DE" sz="1200" b="1" baseline="6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[L] </a:t>
            </a:r>
            <a:r>
              <a:rPr lang="de-DE" sz="1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1,i</a:t>
            </a:r>
            <a:endParaRPr lang="en-US" sz="12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A572938-3BD3-BB0E-810C-AF154143FD74}"/>
              </a:ext>
            </a:extLst>
          </p:cNvPr>
          <p:cNvCxnSpPr>
            <a:cxnSpLocks/>
          </p:cNvCxnSpPr>
          <p:nvPr/>
        </p:nvCxnSpPr>
        <p:spPr>
          <a:xfrm flipV="1">
            <a:off x="2136057" y="1422076"/>
            <a:ext cx="1635842" cy="6000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7F2D74F-63BE-8212-6871-2109B6595D32}"/>
              </a:ext>
            </a:extLst>
          </p:cNvPr>
          <p:cNvCxnSpPr>
            <a:cxnSpLocks/>
          </p:cNvCxnSpPr>
          <p:nvPr/>
        </p:nvCxnSpPr>
        <p:spPr>
          <a:xfrm>
            <a:off x="2139588" y="3352132"/>
            <a:ext cx="1625244" cy="2207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C38DC12-DAD1-2F92-CBCE-D1950405311D}"/>
              </a:ext>
            </a:extLst>
          </p:cNvPr>
          <p:cNvCxnSpPr>
            <a:cxnSpLocks/>
          </p:cNvCxnSpPr>
          <p:nvPr/>
        </p:nvCxnSpPr>
        <p:spPr>
          <a:xfrm>
            <a:off x="2136671" y="5047780"/>
            <a:ext cx="1651204" cy="1786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CED2F2E-31B0-3622-53EB-5F851E4A10E5}"/>
              </a:ext>
            </a:extLst>
          </p:cNvPr>
          <p:cNvCxnSpPr>
            <a:cxnSpLocks/>
          </p:cNvCxnSpPr>
          <p:nvPr/>
        </p:nvCxnSpPr>
        <p:spPr>
          <a:xfrm flipV="1">
            <a:off x="2162710" y="2514850"/>
            <a:ext cx="1583686" cy="8103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4934BDB-AA11-83BF-FE99-5F7BA414F325}"/>
              </a:ext>
            </a:extLst>
          </p:cNvPr>
          <p:cNvCxnSpPr>
            <a:cxnSpLocks/>
          </p:cNvCxnSpPr>
          <p:nvPr/>
        </p:nvCxnSpPr>
        <p:spPr>
          <a:xfrm>
            <a:off x="2144352" y="3340386"/>
            <a:ext cx="1674403" cy="18584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09CB7AF-28AE-D0C2-284A-270697AF363B}"/>
              </a:ext>
            </a:extLst>
          </p:cNvPr>
          <p:cNvCxnSpPr>
            <a:cxnSpLocks/>
          </p:cNvCxnSpPr>
          <p:nvPr/>
        </p:nvCxnSpPr>
        <p:spPr>
          <a:xfrm flipV="1">
            <a:off x="2140972" y="1445262"/>
            <a:ext cx="1613413" cy="18900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0DA0FFC-60EE-A550-FD2C-F2567ECB1C5C}"/>
              </a:ext>
            </a:extLst>
          </p:cNvPr>
          <p:cNvCxnSpPr>
            <a:cxnSpLocks/>
          </p:cNvCxnSpPr>
          <p:nvPr/>
        </p:nvCxnSpPr>
        <p:spPr>
          <a:xfrm flipV="1">
            <a:off x="2124996" y="1438015"/>
            <a:ext cx="1651819" cy="35929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3EDE3907-B035-4192-8E6A-AEC844CE53DE}"/>
              </a:ext>
            </a:extLst>
          </p:cNvPr>
          <p:cNvCxnSpPr>
            <a:cxnSpLocks/>
          </p:cNvCxnSpPr>
          <p:nvPr/>
        </p:nvCxnSpPr>
        <p:spPr>
          <a:xfrm flipV="1">
            <a:off x="2140973" y="2495927"/>
            <a:ext cx="1646902" cy="25297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D5AED4F-03F2-F1C7-9C60-76DAB1D0DE4C}"/>
              </a:ext>
            </a:extLst>
          </p:cNvPr>
          <p:cNvCxnSpPr>
            <a:cxnSpLocks/>
          </p:cNvCxnSpPr>
          <p:nvPr/>
        </p:nvCxnSpPr>
        <p:spPr>
          <a:xfrm flipV="1">
            <a:off x="2144352" y="3526257"/>
            <a:ext cx="1651514" cy="14867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1C110C73-0979-0A2F-DCE7-23D464F74FED}"/>
              </a:ext>
            </a:extLst>
          </p:cNvPr>
          <p:cNvCxnSpPr>
            <a:cxnSpLocks/>
          </p:cNvCxnSpPr>
          <p:nvPr/>
        </p:nvCxnSpPr>
        <p:spPr>
          <a:xfrm>
            <a:off x="2120078" y="2066027"/>
            <a:ext cx="1668720" cy="14908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B37DC615-830D-68C1-9683-CBD56A37FAAE}"/>
              </a:ext>
            </a:extLst>
          </p:cNvPr>
          <p:cNvCxnSpPr>
            <a:cxnSpLocks/>
          </p:cNvCxnSpPr>
          <p:nvPr/>
        </p:nvCxnSpPr>
        <p:spPr>
          <a:xfrm>
            <a:off x="2145889" y="2061278"/>
            <a:ext cx="1626010" cy="4178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B0E3B89-FECB-8D2A-83C7-0F21A0075FC2}"/>
              </a:ext>
            </a:extLst>
          </p:cNvPr>
          <p:cNvCxnSpPr>
            <a:cxnSpLocks/>
          </p:cNvCxnSpPr>
          <p:nvPr/>
        </p:nvCxnSpPr>
        <p:spPr>
          <a:xfrm>
            <a:off x="2088737" y="2106720"/>
            <a:ext cx="1726487" cy="30921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C8B5B9D7-3EC5-8F9C-65C9-0D1AA07EA7BA}"/>
              </a:ext>
            </a:extLst>
          </p:cNvPr>
          <p:cNvCxnSpPr>
            <a:cxnSpLocks/>
          </p:cNvCxnSpPr>
          <p:nvPr/>
        </p:nvCxnSpPr>
        <p:spPr>
          <a:xfrm flipV="1">
            <a:off x="7369274" y="3086564"/>
            <a:ext cx="1568015" cy="2029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293BEDB3-244D-4AC3-3421-4D83DD6E9226}"/>
              </a:ext>
            </a:extLst>
          </p:cNvPr>
          <p:cNvCxnSpPr>
            <a:cxnSpLocks/>
          </p:cNvCxnSpPr>
          <p:nvPr/>
        </p:nvCxnSpPr>
        <p:spPr>
          <a:xfrm flipV="1">
            <a:off x="7397851" y="3049972"/>
            <a:ext cx="1545200" cy="4383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EF8C3739-9E9B-6763-5E3F-7C0E63249B55}"/>
              </a:ext>
            </a:extLst>
          </p:cNvPr>
          <p:cNvCxnSpPr>
            <a:cxnSpLocks/>
          </p:cNvCxnSpPr>
          <p:nvPr/>
        </p:nvCxnSpPr>
        <p:spPr>
          <a:xfrm>
            <a:off x="7379108" y="2420728"/>
            <a:ext cx="1563943" cy="6292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4757A33-D63C-A15B-C672-671D2FD27A86}"/>
              </a:ext>
            </a:extLst>
          </p:cNvPr>
          <p:cNvCxnSpPr>
            <a:cxnSpLocks/>
          </p:cNvCxnSpPr>
          <p:nvPr/>
        </p:nvCxnSpPr>
        <p:spPr>
          <a:xfrm>
            <a:off x="7374809" y="1330649"/>
            <a:ext cx="1549202" cy="1755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94C70C86-D65C-5D03-46CF-4A40DC68B363}"/>
              </a:ext>
            </a:extLst>
          </p:cNvPr>
          <p:cNvSpPr txBox="1"/>
          <p:nvPr/>
        </p:nvSpPr>
        <p:spPr>
          <a:xfrm>
            <a:off x="239970" y="1837254"/>
            <a:ext cx="932831" cy="3580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de-DE" sz="2000" b="1" baseline="-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</a:p>
          <a:p>
            <a:endParaRPr lang="de-DE" sz="2000" b="1" baseline="-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de-DE" sz="2000" b="1" baseline="-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de-DE" sz="2000" b="1" baseline="-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de-DE" sz="2000" b="1" baseline="-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de-DE" sz="2000" b="1" baseline="-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D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de-DE" sz="2000" b="1" baseline="-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endParaRPr lang="de-DE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D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de-D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de-D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de-DE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DE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de-DE" sz="2000" b="1" baseline="-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sz="2000" b="1" baseline="-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10893330-3132-5FA6-77A5-E5B37B480FC5}"/>
              </a:ext>
            </a:extLst>
          </p:cNvPr>
          <p:cNvCxnSpPr>
            <a:cxnSpLocks/>
          </p:cNvCxnSpPr>
          <p:nvPr/>
        </p:nvCxnSpPr>
        <p:spPr>
          <a:xfrm>
            <a:off x="706385" y="2141671"/>
            <a:ext cx="42294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CEBC0139-3EB2-0C79-5E62-348C86479D69}"/>
              </a:ext>
            </a:extLst>
          </p:cNvPr>
          <p:cNvCxnSpPr>
            <a:cxnSpLocks/>
          </p:cNvCxnSpPr>
          <p:nvPr/>
        </p:nvCxnSpPr>
        <p:spPr>
          <a:xfrm>
            <a:off x="652837" y="3324575"/>
            <a:ext cx="42294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C0B29553-185B-B4BA-C755-6A5419F62273}"/>
              </a:ext>
            </a:extLst>
          </p:cNvPr>
          <p:cNvCxnSpPr>
            <a:cxnSpLocks/>
          </p:cNvCxnSpPr>
          <p:nvPr/>
        </p:nvCxnSpPr>
        <p:spPr>
          <a:xfrm>
            <a:off x="671507" y="5115680"/>
            <a:ext cx="42294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AF832FE7-C959-D497-5DB2-0AE3E896D461}"/>
              </a:ext>
            </a:extLst>
          </p:cNvPr>
          <p:cNvSpPr txBox="1"/>
          <p:nvPr/>
        </p:nvSpPr>
        <p:spPr>
          <a:xfrm>
            <a:off x="5183916" y="914530"/>
            <a:ext cx="1116259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…</a:t>
            </a:r>
          </a:p>
          <a:p>
            <a:endParaRPr lang="de-DE" sz="3600" dirty="0"/>
          </a:p>
          <a:p>
            <a:r>
              <a:rPr lang="de-DE" sz="3600" dirty="0"/>
              <a:t>…</a:t>
            </a:r>
          </a:p>
          <a:p>
            <a:endParaRPr lang="de-DE" sz="3600" dirty="0"/>
          </a:p>
          <a:p>
            <a:r>
              <a:rPr lang="de-DE" sz="3600" dirty="0"/>
              <a:t>…</a:t>
            </a:r>
          </a:p>
          <a:p>
            <a:endParaRPr lang="de-DE" sz="3600" dirty="0"/>
          </a:p>
          <a:p>
            <a:endParaRPr lang="de-DE" sz="3600" dirty="0"/>
          </a:p>
          <a:p>
            <a:r>
              <a:rPr lang="de-DE" sz="3600" dirty="0"/>
              <a:t>…</a:t>
            </a:r>
          </a:p>
          <a:p>
            <a:endParaRPr lang="de-DE" sz="3600" dirty="0"/>
          </a:p>
          <a:p>
            <a:endParaRPr lang="de-DE" sz="3600" dirty="0"/>
          </a:p>
          <a:p>
            <a:endParaRPr lang="de-DE" sz="3600" dirty="0"/>
          </a:p>
          <a:p>
            <a:endParaRPr lang="de-DE" sz="3600" dirty="0"/>
          </a:p>
          <a:p>
            <a:endParaRPr lang="de-DE" sz="3600" dirty="0"/>
          </a:p>
          <a:p>
            <a:endParaRPr lang="de-DE" sz="3600" dirty="0"/>
          </a:p>
          <a:p>
            <a:r>
              <a:rPr lang="de-DE" sz="3600" dirty="0"/>
              <a:t>…</a:t>
            </a:r>
            <a:endParaRPr lang="en-US" sz="3600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04F9A6CA-5065-0537-67FB-96773ED95959}"/>
              </a:ext>
            </a:extLst>
          </p:cNvPr>
          <p:cNvSpPr txBox="1"/>
          <p:nvPr/>
        </p:nvSpPr>
        <p:spPr>
          <a:xfrm>
            <a:off x="1371450" y="3890063"/>
            <a:ext cx="110050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…                            …                            …</a:t>
            </a:r>
            <a:endParaRPr lang="en-US" sz="3200" dirty="0"/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F288967E-B288-38C3-BC58-1E83B3B3517B}"/>
              </a:ext>
            </a:extLst>
          </p:cNvPr>
          <p:cNvCxnSpPr>
            <a:cxnSpLocks/>
          </p:cNvCxnSpPr>
          <p:nvPr/>
        </p:nvCxnSpPr>
        <p:spPr>
          <a:xfrm>
            <a:off x="10022450" y="3121053"/>
            <a:ext cx="42294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74578204-F27D-F08E-D323-449AE15C3575}"/>
              </a:ext>
            </a:extLst>
          </p:cNvPr>
          <p:cNvSpPr txBox="1"/>
          <p:nvPr/>
        </p:nvSpPr>
        <p:spPr>
          <a:xfrm>
            <a:off x="10521344" y="2807596"/>
            <a:ext cx="12605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y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ŷ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733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</Words>
  <Application>Microsoft Office PowerPoint</Application>
  <PresentationFormat>Widescreen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loqman samani</dc:creator>
  <cp:lastModifiedBy>loqman samani</cp:lastModifiedBy>
  <cp:revision>1</cp:revision>
  <dcterms:created xsi:type="dcterms:W3CDTF">2024-04-03T14:36:01Z</dcterms:created>
  <dcterms:modified xsi:type="dcterms:W3CDTF">2024-04-03T14:36:14Z</dcterms:modified>
</cp:coreProperties>
</file>